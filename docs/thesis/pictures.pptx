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9" r:id="rId2"/>
    <p:sldId id="257" r:id="rId3"/>
    <p:sldId id="260" r:id="rId4"/>
    <p:sldId id="263" r:id="rId5"/>
    <p:sldId id="261" r:id="rId6"/>
    <p:sldId id="264" r:id="rId7"/>
    <p:sldId id="265" r:id="rId8"/>
    <p:sldId id="266" r:id="rId9"/>
    <p:sldId id="267" r:id="rId10"/>
    <p:sldId id="268" r:id="rId11"/>
    <p:sldId id="269" r:id="rId12"/>
    <p:sldId id="271" r:id="rId13"/>
    <p:sldId id="272" r:id="rId14"/>
    <p:sldId id="273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 P" initials="RP" lastIdx="1" clrIdx="0">
    <p:extLst>
      <p:ext uri="{19B8F6BF-5375-455C-9EA6-DF929625EA0E}">
        <p15:presenceInfo xmlns:p15="http://schemas.microsoft.com/office/powerpoint/2012/main" userId="d819f965aaecad6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6A8157-93E0-41B4-A777-149D15F966ED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93EDF1-1F90-4424-893B-0173418AA8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2068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PVM </a:t>
            </a:r>
            <a:r>
              <a:rPr lang="zh-CN" altLang="en-US" dirty="0"/>
              <a:t>调用堆栈与栈帧变化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5877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栈帧中</a:t>
            </a:r>
            <a:r>
              <a:rPr lang="en-US" altLang="zh-CN" dirty="0"/>
              <a:t> locals</a:t>
            </a:r>
            <a:r>
              <a:rPr lang="zh-CN" altLang="en-US" dirty="0"/>
              <a:t>、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globals</a:t>
            </a:r>
            <a:r>
              <a:rPr lang="zh-CN" altLang="en-US" b="0" dirty="0">
                <a:solidFill>
                  <a:srgbClr val="CE9178"/>
                </a:solidFill>
                <a:effectLst/>
                <a:latin typeface="JetBrains Mono"/>
              </a:rPr>
              <a:t> 与 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localsplus</a:t>
            </a:r>
            <a:r>
              <a:rPr lang="en-US" altLang="zh-CN" b="0" dirty="0">
                <a:solidFill>
                  <a:srgbClr val="CCCCCC"/>
                </a:solidFill>
                <a:effectLst/>
                <a:latin typeface="JetBrains Mono"/>
              </a:rPr>
              <a:t> </a:t>
            </a:r>
            <a:r>
              <a:rPr lang="zh-CN" altLang="en-US" b="0" dirty="0">
                <a:solidFill>
                  <a:srgbClr val="CCCCCC"/>
                </a:solidFill>
                <a:effectLst/>
                <a:latin typeface="JetBrains Mono"/>
              </a:rPr>
              <a:t>字段的职责与指向规则</a:t>
            </a:r>
            <a:endParaRPr lang="en-US" altLang="zh-CN" b="0" dirty="0">
              <a:solidFill>
                <a:srgbClr val="CCCCCC"/>
              </a:solidFill>
              <a:effectLst/>
              <a:latin typeface="JetBrains Mono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67326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系统总体架构图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5047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59612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701BB8-5B07-49D5-B5F2-261F8CBD4B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DC6E758-B5AC-44A6-B17C-632CD84EEC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BFE69AC-D780-48AF-B037-AC3172990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BAB17E-9BE9-449C-B3FF-D11321FB2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0D51095-B3BD-4B82-B61D-255D8382D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9412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CED288-6DB1-4CA8-86D6-E1248D06E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533A48-F5E9-499D-BF52-3185525EE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77F1A8-813D-46A6-89D2-8D590BFDE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876BFC-DF89-437A-8D41-9BBEAEED7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BC988-0AAC-4C95-84D2-5CB03E515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6684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9D85D3-34BD-45E1-87D3-9ABA86AC8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31E465-2C8F-48C5-BD29-437A4CAD8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609A46-3C2C-4D33-B6C3-79C9AFBE9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4BF84D-4703-4402-93F3-71568BC76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A5C86F7-00DE-419B-A33E-B24BF78F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1291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83E4E0-B15F-4A6A-928A-A093E85D0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297228B-E91F-4639-B6A2-F9F8AED6C1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D0C63B-DD01-4BEF-8B72-0303D9D26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5390D6-EE4B-4D70-B381-78630BC37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BAF46AB-7486-4048-829F-AF32745E0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E81A768-026F-45E1-99E6-F8CE43FBA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8352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DCD7A3-FA37-49A1-AB46-6E6BEF976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B7B93EF-F6B7-4817-9D8A-93439C80C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046951-CEE4-44BB-A579-7D09DF5E5A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C90B5C1-D74B-4039-AB21-368004BA5A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D2872C7-2329-429A-A9F5-62F16E614D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E75879-B6FE-4AB1-808F-6CB7591C0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2F00AEB-04D8-404C-B913-8F28108B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986F902-76F3-4EE8-A1AC-80CB150FD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6130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E4A03B-1212-4750-B447-7190638B3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9AFA080-D01D-4AD7-B0B8-BB143AC77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575E2F7-5C50-4481-AC64-4E6E81661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57C3861-B2E8-41C2-9E13-DCB140DF1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7062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14AFDA5-41CC-4AF0-97E1-08B6F3203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096B132-3FE2-4641-BFF1-C761D645D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D3CFA17-0EAD-4944-9B84-8CFC1B5EE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037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66D0A-512D-4210-B25E-E2A30FEBC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CE7F26-F003-4613-B84D-54AF0B571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C5D0C1C-EB7D-4C77-986C-3A00514F7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6B34C1F-2CB6-433F-B068-59CBDCD59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138E3D3-2910-4BD2-ABCD-08D5C8538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8D1FDF9-0735-49CE-A7F8-FC1DAC4D9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6725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7C52FC-3900-4DE3-BC14-FD2A25C7C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D4E235B-8182-4C98-9841-0BE0F7B6FA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1CE215-FC26-4B2C-A421-1A112B85CF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1DD91B-F89A-40B3-8943-C59C32E27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7BE4C6F-5625-4CF6-825D-92F4F28A8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0B96DCB-74A6-4B53-BEF2-68AE5EA88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1244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EA87B2-E41F-401F-BB2D-37C0BB7B4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1D98DD1-2467-41D7-89A2-F85CE9ACE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E0359C-419A-4907-95C9-2F34DC6CC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3AE816-53C3-40D4-B5D6-5A035152A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A7CED94-EFB1-40C0-8E57-33C79388C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371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5DB7AE6-91E9-45CC-9720-FA0DE0AEC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26668AA-46A2-4B2F-8061-059A49EEDE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D8A6D5-C28E-456A-B05A-FF2541371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AB4EAD-6D86-46EF-9B82-42FC53E02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79FC26-2A7E-4CEC-A680-A393C9E7E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4661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8A8E54C-F028-4EBD-8035-EE8757F09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0F6EB0-A225-4D92-A83E-B33CD50272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298460-8A92-4A45-8375-8C3BF25876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097275-6DBD-4E45-A854-72B05E8D007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3D5491-F65F-4219-BA10-ABBE843006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70DB9C-F68C-4E01-801C-322EC42B90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19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DC72A1B-1C8F-4A61-A757-566CD8A3DBCC}"/>
              </a:ext>
            </a:extLst>
          </p:cNvPr>
          <p:cNvSpPr txBox="1"/>
          <p:nvPr/>
        </p:nvSpPr>
        <p:spPr>
          <a:xfrm>
            <a:off x="102899" y="2615221"/>
            <a:ext cx="2704971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&lt;callee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0 LOAD_FAST     (x)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2 LOAD_FAST     (y)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4 BINARY_OP      (+)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6 RETURN_VALUE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&lt;caller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10 LOAD_GLOBAL  (callee)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20 LOAD_FAST         (a)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22 LOAD_FAST         (b)</a:t>
            </a: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24 CALL                     2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32 STORE_FAST        (c)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9E625022-4155-498B-8390-3F1493C60CDE}"/>
              </a:ext>
            </a:extLst>
          </p:cNvPr>
          <p:cNvSpPr txBox="1"/>
          <p:nvPr/>
        </p:nvSpPr>
        <p:spPr>
          <a:xfrm>
            <a:off x="6303049" y="2344950"/>
            <a:ext cx="1601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 callee()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CD40F947-A622-4364-9104-B7ADE90D4D72}"/>
              </a:ext>
            </a:extLst>
          </p:cNvPr>
          <p:cNvSpPr txBox="1"/>
          <p:nvPr/>
        </p:nvSpPr>
        <p:spPr>
          <a:xfrm>
            <a:off x="6256817" y="2738548"/>
            <a:ext cx="22018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程序计数器：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864976A-4A93-4D33-94B9-6C8DC05598A2}"/>
              </a:ext>
            </a:extLst>
          </p:cNvPr>
          <p:cNvSpPr txBox="1"/>
          <p:nvPr/>
        </p:nvSpPr>
        <p:spPr>
          <a:xfrm>
            <a:off x="6256817" y="3156291"/>
            <a:ext cx="24471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局部变量环境：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x=1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y=2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AC92021-D83E-4302-B02D-97EA8E31497C}"/>
              </a:ext>
            </a:extLst>
          </p:cNvPr>
          <p:cNvSpPr txBox="1"/>
          <p:nvPr/>
        </p:nvSpPr>
        <p:spPr>
          <a:xfrm>
            <a:off x="6245136" y="3542380"/>
            <a:ext cx="25551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操作数栈：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[]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05E2893A-C3F1-4E3D-9B25-7352E5A7B5AD}"/>
              </a:ext>
            </a:extLst>
          </p:cNvPr>
          <p:cNvGrpSpPr/>
          <p:nvPr/>
        </p:nvGrpSpPr>
        <p:grpSpPr>
          <a:xfrm>
            <a:off x="2967599" y="369678"/>
            <a:ext cx="2781234" cy="6362582"/>
            <a:chOff x="2671307" y="464928"/>
            <a:chExt cx="2781234" cy="6362582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2A3B326D-58A3-4C65-8495-E41F5FD4BF99}"/>
                </a:ext>
              </a:extLst>
            </p:cNvPr>
            <p:cNvGrpSpPr/>
            <p:nvPr/>
          </p:nvGrpSpPr>
          <p:grpSpPr>
            <a:xfrm>
              <a:off x="26713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EF4609E5-5FAE-486F-8777-3540CF41D161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080E4C7B-7212-45B6-809D-FAD5F3D3CD0A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E4B8F1EA-C096-4362-B1A9-D3F0D2D5C43A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213E22F-D8B0-49C8-B387-00B6C7BBB9C5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814E4D7C-A7B8-41E8-9C3B-DDBE6A2089E2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6" name="组合 5">
                  <a:extLst>
                    <a:ext uri="{FF2B5EF4-FFF2-40B4-BE49-F238E27FC236}">
                      <a16:creationId xmlns:a16="http://schemas.microsoft.com/office/drawing/2014/main" id="{39D63328-B72D-47CA-B534-1C000829DB6F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82839434-0064-4DB0-9806-0B0E326E279F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CE315F2-D91D-41E3-8675-A41F00026CEC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FF000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24</a:t>
                    </a:r>
                    <a:endParaRPr lang="zh-CN" altLang="en-US" sz="1600" dirty="0">
                      <a:solidFill>
                        <a:srgbClr val="FF000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9" name="文本框 28">
                    <a:extLst>
                      <a:ext uri="{FF2B5EF4-FFF2-40B4-BE49-F238E27FC236}">
                        <a16:creationId xmlns:a16="http://schemas.microsoft.com/office/drawing/2014/main" id="{341297B6-4D6C-475C-A7E3-0939B2B6D52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5" name="文本框 44">
                    <a:extLst>
                      <a:ext uri="{FF2B5EF4-FFF2-40B4-BE49-F238E27FC236}">
                        <a16:creationId xmlns:a16="http://schemas.microsoft.com/office/drawing/2014/main" id="{E8A2888A-CEEB-4D81-994A-4687C03CD83E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callee, 1, 2]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AD12310-ED43-44F1-A48D-AFACEE4FF153}"/>
                </a:ext>
              </a:extLst>
            </p:cNvPr>
            <p:cNvSpPr txBox="1"/>
            <p:nvPr/>
          </p:nvSpPr>
          <p:spPr>
            <a:xfrm>
              <a:off x="2814453" y="6458178"/>
              <a:ext cx="2230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① 执行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指令前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38465E86-7045-4D17-A991-3E045B475687}"/>
                </a:ext>
              </a:extLst>
            </p:cNvPr>
            <p:cNvSpPr txBox="1"/>
            <p:nvPr/>
          </p:nvSpPr>
          <p:spPr>
            <a:xfrm>
              <a:off x="2957120" y="464928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4BDD95C5-1114-41B9-9396-4C1A9998D0BA}"/>
              </a:ext>
            </a:extLst>
          </p:cNvPr>
          <p:cNvGrpSpPr/>
          <p:nvPr/>
        </p:nvGrpSpPr>
        <p:grpSpPr>
          <a:xfrm>
            <a:off x="6123549" y="369678"/>
            <a:ext cx="2781234" cy="6346625"/>
            <a:chOff x="5827257" y="464928"/>
            <a:chExt cx="2781234" cy="6346625"/>
          </a:xfrm>
        </p:grpSpPr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9DF3C830-2CCB-4590-85BC-5D54C596DC05}"/>
                </a:ext>
              </a:extLst>
            </p:cNvPr>
            <p:cNvSpPr/>
            <p:nvPr/>
          </p:nvSpPr>
          <p:spPr>
            <a:xfrm>
              <a:off x="5960525" y="2440201"/>
              <a:ext cx="2555118" cy="162268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90E446D9-5B0C-47D8-B563-97D7FD0B1383}"/>
                </a:ext>
              </a:extLst>
            </p:cNvPr>
            <p:cNvGrpSpPr/>
            <p:nvPr/>
          </p:nvGrpSpPr>
          <p:grpSpPr>
            <a:xfrm>
              <a:off x="5827257" y="464928"/>
              <a:ext cx="2781234" cy="6346625"/>
              <a:chOff x="5827257" y="464928"/>
              <a:chExt cx="2781234" cy="6346625"/>
            </a:xfrm>
          </p:grpSpPr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327828D1-7B9E-4826-94FB-3927BD337425}"/>
                  </a:ext>
                </a:extLst>
              </p:cNvPr>
              <p:cNvGrpSpPr/>
              <p:nvPr/>
            </p:nvGrpSpPr>
            <p:grpSpPr>
              <a:xfrm>
                <a:off x="5827257" y="834260"/>
                <a:ext cx="2781234" cy="5717306"/>
                <a:chOff x="2671307" y="834260"/>
                <a:chExt cx="2781234" cy="5717306"/>
              </a:xfrm>
            </p:grpSpPr>
            <p:grpSp>
              <p:nvGrpSpPr>
                <p:cNvPr id="43" name="组合 42">
                  <a:extLst>
                    <a:ext uri="{FF2B5EF4-FFF2-40B4-BE49-F238E27FC236}">
                      <a16:creationId xmlns:a16="http://schemas.microsoft.com/office/drawing/2014/main" id="{D0961722-4647-4FF4-8BF3-208B4611C26A}"/>
                    </a:ext>
                  </a:extLst>
                </p:cNvPr>
                <p:cNvGrpSpPr/>
                <p:nvPr/>
              </p:nvGrpSpPr>
              <p:grpSpPr>
                <a:xfrm>
                  <a:off x="2671307" y="834260"/>
                  <a:ext cx="2781234" cy="5717306"/>
                  <a:chOff x="4373092" y="1602149"/>
                  <a:chExt cx="2719504" cy="3793469"/>
                </a:xfrm>
              </p:grpSpPr>
              <p:sp>
                <p:nvSpPr>
                  <p:cNvPr id="52" name="文本框 51">
                    <a:extLst>
                      <a:ext uri="{FF2B5EF4-FFF2-40B4-BE49-F238E27FC236}">
                        <a16:creationId xmlns:a16="http://schemas.microsoft.com/office/drawing/2014/main" id="{9FBEBF19-A120-427B-80CC-A771F81A60D5}"/>
                      </a:ext>
                    </a:extLst>
                  </p:cNvPr>
                  <p:cNvSpPr txBox="1"/>
                  <p:nvPr/>
                </p:nvSpPr>
                <p:spPr>
                  <a:xfrm>
                    <a:off x="5565265" y="4933953"/>
                    <a:ext cx="492443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53" name="矩形 52">
                    <a:extLst>
                      <a:ext uri="{FF2B5EF4-FFF2-40B4-BE49-F238E27FC236}">
                        <a16:creationId xmlns:a16="http://schemas.microsoft.com/office/drawing/2014/main" id="{EDEE2964-16E2-416A-9CFA-8A8A2E53C903}"/>
                      </a:ext>
                    </a:extLst>
                  </p:cNvPr>
                  <p:cNvSpPr/>
                  <p:nvPr/>
                </p:nvSpPr>
                <p:spPr>
                  <a:xfrm>
                    <a:off x="4373092" y="1602149"/>
                    <a:ext cx="2719504" cy="3688307"/>
                  </a:xfrm>
                  <a:prstGeom prst="rect">
                    <a:avLst/>
                  </a:prstGeom>
                  <a:noFill/>
                  <a:ln w="2857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</p:grpSp>
            <p:grpSp>
              <p:nvGrpSpPr>
                <p:cNvPr id="44" name="组合 43">
                  <a:extLst>
                    <a:ext uri="{FF2B5EF4-FFF2-40B4-BE49-F238E27FC236}">
                      <a16:creationId xmlns:a16="http://schemas.microsoft.com/office/drawing/2014/main" id="{F912A5B4-50A5-4A55-B93F-ACD82227C755}"/>
                    </a:ext>
                  </a:extLst>
                </p:cNvPr>
                <p:cNvGrpSpPr/>
                <p:nvPr/>
              </p:nvGrpSpPr>
              <p:grpSpPr>
                <a:xfrm>
                  <a:off x="2778120" y="4295520"/>
                  <a:ext cx="2566799" cy="1622681"/>
                  <a:chOff x="2776967" y="3431920"/>
                  <a:chExt cx="2820356" cy="1622681"/>
                </a:xfrm>
              </p:grpSpPr>
              <p:sp>
                <p:nvSpPr>
                  <p:cNvPr id="46" name="文本框 45">
                    <a:extLst>
                      <a:ext uri="{FF2B5EF4-FFF2-40B4-BE49-F238E27FC236}">
                        <a16:creationId xmlns:a16="http://schemas.microsoft.com/office/drawing/2014/main" id="{B06C1B37-032E-4B1E-80CF-D0427F6C5002}"/>
                      </a:ext>
                    </a:extLst>
                  </p:cNvPr>
                  <p:cNvSpPr txBox="1"/>
                  <p:nvPr/>
                </p:nvSpPr>
                <p:spPr>
                  <a:xfrm>
                    <a:off x="2840601" y="3431920"/>
                    <a:ext cx="160172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caller()</a:t>
                    </a:r>
                    <a:endParaRPr lang="zh-CN" altLang="en-US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grpSp>
                <p:nvGrpSpPr>
                  <p:cNvPr id="47" name="组合 46">
                    <a:extLst>
                      <a:ext uri="{FF2B5EF4-FFF2-40B4-BE49-F238E27FC236}">
                        <a16:creationId xmlns:a16="http://schemas.microsoft.com/office/drawing/2014/main" id="{60C26C2A-7F7B-4171-BEA1-99BD99C75D5F}"/>
                      </a:ext>
                    </a:extLst>
                  </p:cNvPr>
                  <p:cNvGrpSpPr/>
                  <p:nvPr/>
                </p:nvGrpSpPr>
                <p:grpSpPr>
                  <a:xfrm>
                    <a:off x="2776967" y="3431921"/>
                    <a:ext cx="2820356" cy="1622680"/>
                    <a:chOff x="2776967" y="3431921"/>
                    <a:chExt cx="2820356" cy="1622680"/>
                  </a:xfrm>
                </p:grpSpPr>
                <p:sp>
                  <p:nvSpPr>
                    <p:cNvPr id="48" name="矩形 47">
                      <a:extLst>
                        <a:ext uri="{FF2B5EF4-FFF2-40B4-BE49-F238E27FC236}">
                          <a16:creationId xmlns:a16="http://schemas.microsoft.com/office/drawing/2014/main" id="{791F7972-D77A-4550-96F4-262CF5C2A6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89802" y="3431921"/>
                      <a:ext cx="2807521" cy="1622680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49" name="文本框 48">
                      <a:extLst>
                        <a:ext uri="{FF2B5EF4-FFF2-40B4-BE49-F238E27FC236}">
                          <a16:creationId xmlns:a16="http://schemas.microsoft.com/office/drawing/2014/main" id="{2C540621-0F84-4FF2-BAE6-9223469E765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3825518"/>
                      <a:ext cx="2419350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程序计数器：</a:t>
                      </a:r>
                      <a:r>
                        <a:rPr lang="en-US" altLang="zh-CN" sz="1600" dirty="0">
                          <a:solidFill>
                            <a:srgbClr val="00B050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32</a:t>
                      </a:r>
                      <a:endParaRPr lang="zh-CN" altLang="en-US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0" name="文本框 49">
                      <a:extLst>
                        <a:ext uri="{FF2B5EF4-FFF2-40B4-BE49-F238E27FC236}">
                          <a16:creationId xmlns:a16="http://schemas.microsoft.com/office/drawing/2014/main" id="{1C49BF49-A9A6-4D80-8510-BB08083701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4243261"/>
                      <a:ext cx="2688907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局部变量环境：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a=1</a:t>
                      </a:r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，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b=2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1" name="文本框 50">
                      <a:extLst>
                        <a:ext uri="{FF2B5EF4-FFF2-40B4-BE49-F238E27FC236}">
                          <a16:creationId xmlns:a16="http://schemas.microsoft.com/office/drawing/2014/main" id="{0A63E937-A08E-4202-888E-2D48AA18AAC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76967" y="4629350"/>
                      <a:ext cx="2807521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</p:grpSp>
            </p:grpSp>
          </p:grpSp>
          <p:sp>
            <p:nvSpPr>
              <p:cNvPr id="9" name="箭头: 下 8">
                <a:extLst>
                  <a:ext uri="{FF2B5EF4-FFF2-40B4-BE49-F238E27FC236}">
                    <a16:creationId xmlns:a16="http://schemas.microsoft.com/office/drawing/2014/main" id="{7E2E1FC6-4ED6-4D6A-A743-A40ADF03009D}"/>
                  </a:ext>
                </a:extLst>
              </p:cNvPr>
              <p:cNvSpPr/>
              <p:nvPr/>
            </p:nvSpPr>
            <p:spPr>
              <a:xfrm>
                <a:off x="6410767" y="1472980"/>
                <a:ext cx="1601721" cy="850900"/>
              </a:xfrm>
              <a:prstGeom prst="downArrow">
                <a:avLst>
                  <a:gd name="adj1" fmla="val 50000"/>
                  <a:gd name="adj2" fmla="val 4925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callee()</a:t>
                </a: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栈帧</a:t>
                </a:r>
                <a:endParaRPr lang="en-US" altLang="zh-CN" sz="14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入栈</a:t>
                </a:r>
              </a:p>
            </p:txBody>
          </p:sp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19C7BA3B-3406-40BE-83C7-9D75C7E032B4}"/>
                  </a:ext>
                </a:extLst>
              </p:cNvPr>
              <p:cNvSpPr txBox="1"/>
              <p:nvPr/>
            </p:nvSpPr>
            <p:spPr>
              <a:xfrm>
                <a:off x="5916428" y="6442221"/>
                <a:ext cx="2230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② 执行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指令后</a:t>
                </a:r>
              </a:p>
            </p:txBody>
          </p:sp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F86242C8-2C43-45A9-9496-5DF72F28D165}"/>
                  </a:ext>
                </a:extLst>
              </p:cNvPr>
              <p:cNvSpPr txBox="1"/>
              <p:nvPr/>
            </p:nvSpPr>
            <p:spPr>
              <a:xfrm>
                <a:off x="6127844" y="464928"/>
                <a:ext cx="22204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PVM 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调用堆栈 栈顶</a:t>
                </a:r>
              </a:p>
            </p:txBody>
          </p:sp>
        </p:grp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54A6AD10-FAC2-4B43-88A4-E364C8419CB8}"/>
              </a:ext>
            </a:extLst>
          </p:cNvPr>
          <p:cNvGrpSpPr/>
          <p:nvPr/>
        </p:nvGrpSpPr>
        <p:grpSpPr>
          <a:xfrm>
            <a:off x="9279499" y="361593"/>
            <a:ext cx="2781234" cy="6359350"/>
            <a:chOff x="8983207" y="456843"/>
            <a:chExt cx="2781234" cy="6359350"/>
          </a:xfrm>
        </p:grpSpPr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3D279B23-7DAB-4D55-AE8A-DACBB4259423}"/>
                </a:ext>
              </a:extLst>
            </p:cNvPr>
            <p:cNvGrpSpPr/>
            <p:nvPr/>
          </p:nvGrpSpPr>
          <p:grpSpPr>
            <a:xfrm>
              <a:off x="89832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100" name="组合 99">
                <a:extLst>
                  <a:ext uri="{FF2B5EF4-FFF2-40B4-BE49-F238E27FC236}">
                    <a16:creationId xmlns:a16="http://schemas.microsoft.com/office/drawing/2014/main" id="{05ADFD2E-E93B-470F-B34F-3E1B3BBBAC59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27954E2C-A8F1-42EE-B3B7-C37B7B5A93FF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9" name="矩形 108">
                  <a:extLst>
                    <a:ext uri="{FF2B5EF4-FFF2-40B4-BE49-F238E27FC236}">
                      <a16:creationId xmlns:a16="http://schemas.microsoft.com/office/drawing/2014/main" id="{8BA1FA17-0533-4940-8D22-FF050421F019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101" name="组合 100">
                <a:extLst>
                  <a:ext uri="{FF2B5EF4-FFF2-40B4-BE49-F238E27FC236}">
                    <a16:creationId xmlns:a16="http://schemas.microsoft.com/office/drawing/2014/main" id="{CCF5CA14-FE3E-49CF-B760-0F751F949E63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102" name="文本框 101">
                  <a:extLst>
                    <a:ext uri="{FF2B5EF4-FFF2-40B4-BE49-F238E27FC236}">
                      <a16:creationId xmlns:a16="http://schemas.microsoft.com/office/drawing/2014/main" id="{86BD8C42-E509-4044-BE65-FE7BC50ED9FD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03" name="组合 102">
                  <a:extLst>
                    <a:ext uri="{FF2B5EF4-FFF2-40B4-BE49-F238E27FC236}">
                      <a16:creationId xmlns:a16="http://schemas.microsoft.com/office/drawing/2014/main" id="{42ED2DED-ADDC-4022-BA6D-EE2D120002D5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104" name="矩形 103">
                    <a:extLst>
                      <a:ext uri="{FF2B5EF4-FFF2-40B4-BE49-F238E27FC236}">
                        <a16:creationId xmlns:a16="http://schemas.microsoft.com/office/drawing/2014/main" id="{925A0E6C-D263-45AD-A339-944092D48420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ABD08A67-F278-4D40-A4BE-6575C6979728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solidFill>
                          <a:srgbClr val="00B050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32</a:t>
                    </a:r>
                    <a:endParaRPr lang="zh-CN" altLang="en-US" sz="1600" dirty="0">
                      <a:solidFill>
                        <a:srgbClr val="00B050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4E5074C8-18B0-46D5-8CAC-A8F619B382E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7" name="文本框 106">
                    <a:extLst>
                      <a:ext uri="{FF2B5EF4-FFF2-40B4-BE49-F238E27FC236}">
                        <a16:creationId xmlns:a16="http://schemas.microsoft.com/office/drawing/2014/main" id="{C1316D4F-20C5-4297-9E7A-45FEB21B4FF3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3]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38575B86-627F-436B-8213-031FA11CC38B}"/>
                </a:ext>
              </a:extLst>
            </p:cNvPr>
            <p:cNvSpPr txBox="1"/>
            <p:nvPr/>
          </p:nvSpPr>
          <p:spPr>
            <a:xfrm>
              <a:off x="9389245" y="6446861"/>
              <a:ext cx="17043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③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callee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返回后</a:t>
              </a:r>
            </a:p>
          </p:txBody>
        </p: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1F308451-8873-431F-B7FD-AC4F48E904D3}"/>
                </a:ext>
              </a:extLst>
            </p:cNvPr>
            <p:cNvSpPr txBox="1"/>
            <p:nvPr/>
          </p:nvSpPr>
          <p:spPr>
            <a:xfrm>
              <a:off x="9344011" y="456843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D9CAA056-0C40-4654-BF4B-1707EC9FDFB0}"/>
              </a:ext>
            </a:extLst>
          </p:cNvPr>
          <p:cNvSpPr txBox="1"/>
          <p:nvPr/>
        </p:nvSpPr>
        <p:spPr>
          <a:xfrm>
            <a:off x="131267" y="546259"/>
            <a:ext cx="1563248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callee(x, y):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return x + y</a:t>
            </a:r>
          </a:p>
          <a:p>
            <a:b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caller():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a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b = 2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c = callee(a, b) </a:t>
            </a:r>
          </a:p>
          <a:p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箭头: 上 16">
            <a:extLst>
              <a:ext uri="{FF2B5EF4-FFF2-40B4-BE49-F238E27FC236}">
                <a16:creationId xmlns:a16="http://schemas.microsoft.com/office/drawing/2014/main" id="{F7C59FF0-E7B3-4636-B897-83A2AF7B9BBE}"/>
              </a:ext>
            </a:extLst>
          </p:cNvPr>
          <p:cNvSpPr/>
          <p:nvPr/>
        </p:nvSpPr>
        <p:spPr>
          <a:xfrm>
            <a:off x="9925637" y="3172420"/>
            <a:ext cx="1649812" cy="856441"/>
          </a:xfrm>
          <a:prstGeom prst="up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callee()</a:t>
            </a: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</a:t>
            </a:r>
            <a:endParaRPr lang="en-US" altLang="zh-CN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出栈</a:t>
            </a:r>
          </a:p>
        </p:txBody>
      </p:sp>
    </p:spTree>
    <p:extLst>
      <p:ext uri="{BB962C8B-B14F-4D97-AF65-F5344CB8AC3E}">
        <p14:creationId xmlns:p14="http://schemas.microsoft.com/office/powerpoint/2010/main" val="3051873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37A5843-FDFA-4C38-A9DC-81BE10F32887}"/>
              </a:ext>
            </a:extLst>
          </p:cNvPr>
          <p:cNvSpPr txBox="1"/>
          <p:nvPr/>
        </p:nvSpPr>
        <p:spPr>
          <a:xfrm>
            <a:off x="584132" y="686895"/>
            <a:ext cx="1027945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 = 2</a:t>
            </a:r>
          </a:p>
          <a:p>
            <a:b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foo():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a = 3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b = 4</a:t>
            </a:r>
            <a:endParaRPr lang="en-US" altLang="zh-C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foo()</a:t>
            </a:r>
          </a:p>
          <a:p>
            <a:endParaRPr lang="zh-CN" altLang="en-US" dirty="0"/>
          </a:p>
        </p:txBody>
      </p: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66AA8B4D-3564-4533-9D1B-52113B3D047B}"/>
              </a:ext>
            </a:extLst>
          </p:cNvPr>
          <p:cNvGrpSpPr/>
          <p:nvPr/>
        </p:nvGrpSpPr>
        <p:grpSpPr>
          <a:xfrm>
            <a:off x="3308305" y="544594"/>
            <a:ext cx="2555287" cy="2623361"/>
            <a:chOff x="3041643" y="523620"/>
            <a:chExt cx="2555287" cy="2623361"/>
          </a:xfrm>
        </p:grpSpPr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EC6F88E-398C-4D40-AA82-B8A4ADA31806}"/>
                </a:ext>
              </a:extLst>
            </p:cNvPr>
            <p:cNvCxnSpPr/>
            <p:nvPr/>
          </p:nvCxnSpPr>
          <p:spPr>
            <a:xfrm>
              <a:off x="3041643" y="1779610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6349E83A-598A-4B4D-9C9A-8FA47002741A}"/>
                </a:ext>
              </a:extLst>
            </p:cNvPr>
            <p:cNvGrpSpPr/>
            <p:nvPr/>
          </p:nvGrpSpPr>
          <p:grpSpPr>
            <a:xfrm>
              <a:off x="3041643" y="523620"/>
              <a:ext cx="2555287" cy="2623361"/>
              <a:chOff x="3041643" y="523620"/>
              <a:chExt cx="2555287" cy="2623361"/>
            </a:xfrm>
          </p:grpSpPr>
          <p:cxnSp>
            <p:nvCxnSpPr>
              <p:cNvPr id="18" name="直接连接符 17">
                <a:extLst>
                  <a:ext uri="{FF2B5EF4-FFF2-40B4-BE49-F238E27FC236}">
                    <a16:creationId xmlns:a16="http://schemas.microsoft.com/office/drawing/2014/main" id="{01418F91-43D4-4F75-950F-FE2B73D75D5F}"/>
                  </a:ext>
                </a:extLst>
              </p:cNvPr>
              <p:cNvCxnSpPr/>
              <p:nvPr/>
            </p:nvCxnSpPr>
            <p:spPr>
              <a:xfrm>
                <a:off x="3041812" y="2663868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A7C117F1-BC2B-466A-8A21-DAFB9FB31B85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118" cy="2623361"/>
                <a:chOff x="3041643" y="523620"/>
                <a:chExt cx="2555118" cy="2623361"/>
              </a:xfrm>
            </p:grpSpPr>
            <p:cxnSp>
              <p:nvCxnSpPr>
                <p:cNvPr id="15" name="直接连接符 14">
                  <a:extLst>
                    <a:ext uri="{FF2B5EF4-FFF2-40B4-BE49-F238E27FC236}">
                      <a16:creationId xmlns:a16="http://schemas.microsoft.com/office/drawing/2014/main" id="{D4F7D2DA-75F0-4634-BBCD-7D97E2848619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45" name="组合 44">
                  <a:extLst>
                    <a:ext uri="{FF2B5EF4-FFF2-40B4-BE49-F238E27FC236}">
                      <a16:creationId xmlns:a16="http://schemas.microsoft.com/office/drawing/2014/main" id="{33509DE3-9524-4995-9A07-7422CCE2C1D6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sp>
                <p:nvSpPr>
                  <p:cNvPr id="4" name="矩形 3">
                    <a:extLst>
                      <a:ext uri="{FF2B5EF4-FFF2-40B4-BE49-F238E27FC236}">
                        <a16:creationId xmlns:a16="http://schemas.microsoft.com/office/drawing/2014/main" id="{574E653C-B3D2-42AF-8A69-C203F087781E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0"/>
                    <a:ext cx="2555118" cy="2623361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6" name="文本框 5">
                    <a:extLst>
                      <a:ext uri="{FF2B5EF4-FFF2-40B4-BE49-F238E27FC236}">
                        <a16:creationId xmlns:a16="http://schemas.microsoft.com/office/drawing/2014/main" id="{6A100911-380A-4B00-9622-4BB5C9607E2F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81972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zh-CN" altLang="en-US" b="1" dirty="0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顶层代码</a:t>
                    </a:r>
                  </a:p>
                </p:txBody>
              </p:sp>
              <p:sp>
                <p:nvSpPr>
                  <p:cNvPr id="7" name="文本框 6">
                    <a:extLst>
                      <a:ext uri="{FF2B5EF4-FFF2-40B4-BE49-F238E27FC236}">
                        <a16:creationId xmlns:a16="http://schemas.microsoft.com/office/drawing/2014/main" id="{18E8AC7A-2578-4528-BC67-389B375AB96B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220184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3617EC0A-6AB3-4EDF-B34A-524219D89980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4" y="1441056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    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FBC671FE-C509-4A20-9EAE-F79DCB53A9BC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2724808"/>
                    <a:ext cx="72212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D0516658-7717-4EB4-B5E2-C20AAD25716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2" y="2256664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         NULL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C557FC36-C131-4045-9717-1C46C31D9BE8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1791181"/>
                    <a:ext cx="842779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globals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4" name="直接连接符 13">
                    <a:extLst>
                      <a:ext uri="{FF2B5EF4-FFF2-40B4-BE49-F238E27FC236}">
                        <a16:creationId xmlns:a16="http://schemas.microsoft.com/office/drawing/2014/main" id="{1C3FE492-1534-4C73-8E90-0FB8D623460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直接连接符 16">
                    <a:extLst>
                      <a:ext uri="{FF2B5EF4-FFF2-40B4-BE49-F238E27FC236}">
                        <a16:creationId xmlns:a16="http://schemas.microsoft.com/office/drawing/2014/main" id="{2022F10E-5C8A-45B8-8953-2F9543ACB603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2202324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97706DCF-87E4-4DCD-94E5-A787A65337AC}"/>
                      </a:ext>
                    </a:extLst>
                  </p:cNvPr>
                  <p:cNvCxnSpPr>
                    <a:cxnSpLocks/>
                    <a:endCxn id="4" idx="2"/>
                  </p:cNvCxnSpPr>
                  <p:nvPr/>
                </p:nvCxnSpPr>
                <p:spPr>
                  <a:xfrm>
                    <a:off x="4319202" y="962802"/>
                    <a:ext cx="0" cy="2184179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D117C914-E509-48DE-AAA0-C6A5CE55D5BA}"/>
              </a:ext>
            </a:extLst>
          </p:cNvPr>
          <p:cNvGrpSpPr/>
          <p:nvPr/>
        </p:nvGrpSpPr>
        <p:grpSpPr>
          <a:xfrm>
            <a:off x="3350927" y="3812054"/>
            <a:ext cx="2555287" cy="2623361"/>
            <a:chOff x="3041643" y="3429000"/>
            <a:chExt cx="2555287" cy="2623361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9FDA35A6-6E37-4CF1-A043-85051C3D965B}"/>
                </a:ext>
              </a:extLst>
            </p:cNvPr>
            <p:cNvGrpSpPr/>
            <p:nvPr/>
          </p:nvGrpSpPr>
          <p:grpSpPr>
            <a:xfrm>
              <a:off x="3041643" y="3429000"/>
              <a:ext cx="2555287" cy="2623361"/>
              <a:chOff x="3041643" y="523620"/>
              <a:chExt cx="2555287" cy="2623361"/>
            </a:xfrm>
          </p:grpSpPr>
          <p:cxnSp>
            <p:nvCxnSpPr>
              <p:cNvPr id="74" name="直接连接符 73">
                <a:extLst>
                  <a:ext uri="{FF2B5EF4-FFF2-40B4-BE49-F238E27FC236}">
                    <a16:creationId xmlns:a16="http://schemas.microsoft.com/office/drawing/2014/main" id="{FE62186F-840B-4D9B-98B5-02E912D26CCF}"/>
                  </a:ext>
                </a:extLst>
              </p:cNvPr>
              <p:cNvCxnSpPr/>
              <p:nvPr/>
            </p:nvCxnSpPr>
            <p:spPr>
              <a:xfrm>
                <a:off x="3041643" y="1779610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5" name="组合 74">
                <a:extLst>
                  <a:ext uri="{FF2B5EF4-FFF2-40B4-BE49-F238E27FC236}">
                    <a16:creationId xmlns:a16="http://schemas.microsoft.com/office/drawing/2014/main" id="{507A96CD-035D-443F-978B-24E7A465D1BD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287" cy="2623361"/>
                <a:chOff x="3041643" y="523620"/>
                <a:chExt cx="2555287" cy="2623361"/>
              </a:xfrm>
            </p:grpSpPr>
            <p:cxnSp>
              <p:nvCxnSpPr>
                <p:cNvPr id="76" name="直接连接符 75">
                  <a:extLst>
                    <a:ext uri="{FF2B5EF4-FFF2-40B4-BE49-F238E27FC236}">
                      <a16:creationId xmlns:a16="http://schemas.microsoft.com/office/drawing/2014/main" id="{477D4BD2-5CAD-4A7E-883A-35C1C2342A55}"/>
                    </a:ext>
                  </a:extLst>
                </p:cNvPr>
                <p:cNvCxnSpPr/>
                <p:nvPr/>
              </p:nvCxnSpPr>
              <p:spPr>
                <a:xfrm>
                  <a:off x="3041812" y="266386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7" name="组合 76">
                  <a:extLst>
                    <a:ext uri="{FF2B5EF4-FFF2-40B4-BE49-F238E27FC236}">
                      <a16:creationId xmlns:a16="http://schemas.microsoft.com/office/drawing/2014/main" id="{75799A20-2FDB-4809-8C6E-57FF5E7F2183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cxnSp>
                <p:nvCxnSpPr>
                  <p:cNvPr id="78" name="直接连接符 77">
                    <a:extLst>
                      <a:ext uri="{FF2B5EF4-FFF2-40B4-BE49-F238E27FC236}">
                        <a16:creationId xmlns:a16="http://schemas.microsoft.com/office/drawing/2014/main" id="{84281ADE-7B2F-43F5-A758-D8236331E8E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79" name="组合 78">
                    <a:extLst>
                      <a:ext uri="{FF2B5EF4-FFF2-40B4-BE49-F238E27FC236}">
                        <a16:creationId xmlns:a16="http://schemas.microsoft.com/office/drawing/2014/main" id="{0EEDB387-8BD4-4B05-87E5-8D42F9C0601B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0"/>
                    <a:ext cx="2555118" cy="2623361"/>
                    <a:chOff x="3041643" y="523620"/>
                    <a:chExt cx="2555118" cy="2623361"/>
                  </a:xfrm>
                </p:grpSpPr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A86746FA-14BE-402B-9EEF-C7546BFAC8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0"/>
                      <a:ext cx="2555118" cy="2623361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81" name="文本框 80">
                      <a:extLst>
                        <a:ext uri="{FF2B5EF4-FFF2-40B4-BE49-F238E27FC236}">
                          <a16:creationId xmlns:a16="http://schemas.microsoft.com/office/drawing/2014/main" id="{6D992FB4-AA99-4E31-AFFE-7BCB291205D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35806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foo()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2" name="文本框 81">
                      <a:extLst>
                        <a:ext uri="{FF2B5EF4-FFF2-40B4-BE49-F238E27FC236}">
                          <a16:creationId xmlns:a16="http://schemas.microsoft.com/office/drawing/2014/main" id="{2AFE1CD8-28D7-4055-90E9-60603D6912B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220184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3" name="文本框 82">
                      <a:extLst>
                        <a:ext uri="{FF2B5EF4-FFF2-40B4-BE49-F238E27FC236}">
                          <a16:creationId xmlns:a16="http://schemas.microsoft.com/office/drawing/2014/main" id="{3A0614CA-4821-4BBF-9A35-E6D6E41F6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4" y="1441056"/>
                      <a:ext cx="2315975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    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文本框 83">
                      <a:extLst>
                        <a:ext uri="{FF2B5EF4-FFF2-40B4-BE49-F238E27FC236}">
                          <a16:creationId xmlns:a16="http://schemas.microsoft.com/office/drawing/2014/main" id="{C76D9692-DAA5-4A82-881F-91DCF61B6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2724808"/>
                      <a:ext cx="722126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5" name="文本框 84">
                      <a:extLst>
                        <a:ext uri="{FF2B5EF4-FFF2-40B4-BE49-F238E27FC236}">
                          <a16:creationId xmlns:a16="http://schemas.microsoft.com/office/drawing/2014/main" id="{D04F7F74-279E-44D9-9411-1B3DD1B1181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3" y="2256664"/>
                      <a:ext cx="1014228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6" name="文本框 85">
                      <a:extLst>
                        <a:ext uri="{FF2B5EF4-FFF2-40B4-BE49-F238E27FC236}">
                          <a16:creationId xmlns:a16="http://schemas.microsoft.com/office/drawing/2014/main" id="{02E58734-6244-4DF8-A121-0E0588D1C4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1791181"/>
                      <a:ext cx="842779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globals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87" name="直接连接符 86">
                      <a:extLst>
                        <a:ext uri="{FF2B5EF4-FFF2-40B4-BE49-F238E27FC236}">
                          <a16:creationId xmlns:a16="http://schemas.microsoft.com/office/drawing/2014/main" id="{9F742614-66A2-450A-B775-9711C944E72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8" name="直接连接符 87">
                      <a:extLst>
                        <a:ext uri="{FF2B5EF4-FFF2-40B4-BE49-F238E27FC236}">
                          <a16:creationId xmlns:a16="http://schemas.microsoft.com/office/drawing/2014/main" id="{DDD3ABED-21BE-4C05-8758-45ED6FDA383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2202324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9" name="直接连接符 88">
                      <a:extLst>
                        <a:ext uri="{FF2B5EF4-FFF2-40B4-BE49-F238E27FC236}">
                          <a16:creationId xmlns:a16="http://schemas.microsoft.com/office/drawing/2014/main" id="{2CF581DA-5553-4302-AF04-BAF77E712532}"/>
                        </a:ext>
                      </a:extLst>
                    </p:cNvPr>
                    <p:cNvCxnSpPr>
                      <a:cxnSpLocks/>
                      <a:endCxn id="80" idx="2"/>
                    </p:cNvCxnSpPr>
                    <p:nvPr/>
                  </p:nvCxnSpPr>
                  <p:spPr>
                    <a:xfrm>
                      <a:off x="4319202" y="962802"/>
                      <a:ext cx="0" cy="2184179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</p:grpSp>
        </p:grpSp>
        <p:sp>
          <p:nvSpPr>
            <p:cNvPr id="93" name="文本框 92">
              <a:extLst>
                <a:ext uri="{FF2B5EF4-FFF2-40B4-BE49-F238E27FC236}">
                  <a16:creationId xmlns:a16="http://schemas.microsoft.com/office/drawing/2014/main" id="{A3D4CC9C-9C14-4F4A-A6E1-6C291D114D54}"/>
                </a:ext>
              </a:extLst>
            </p:cNvPr>
            <p:cNvSpPr txBox="1"/>
            <p:nvPr/>
          </p:nvSpPr>
          <p:spPr>
            <a:xfrm>
              <a:off x="4396729" y="5642127"/>
              <a:ext cx="7442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NULL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3" name="组合 102">
            <a:extLst>
              <a:ext uri="{FF2B5EF4-FFF2-40B4-BE49-F238E27FC236}">
                <a16:creationId xmlns:a16="http://schemas.microsoft.com/office/drawing/2014/main" id="{854A7A42-8624-40E1-A9CE-6B4B5F3ADD75}"/>
              </a:ext>
            </a:extLst>
          </p:cNvPr>
          <p:cNvGrpSpPr/>
          <p:nvPr/>
        </p:nvGrpSpPr>
        <p:grpSpPr>
          <a:xfrm>
            <a:off x="304278" y="2985954"/>
            <a:ext cx="2555118" cy="1316426"/>
            <a:chOff x="3041643" y="523621"/>
            <a:chExt cx="2555118" cy="1316426"/>
          </a:xfrm>
        </p:grpSpPr>
        <p:cxnSp>
          <p:nvCxnSpPr>
            <p:cNvPr id="104" name="直接连接符 103">
              <a:extLst>
                <a:ext uri="{FF2B5EF4-FFF2-40B4-BE49-F238E27FC236}">
                  <a16:creationId xmlns:a16="http://schemas.microsoft.com/office/drawing/2014/main" id="{1C5956F5-113A-4519-8215-50F1CA46B27B}"/>
                </a:ext>
              </a:extLst>
            </p:cNvPr>
            <p:cNvCxnSpPr/>
            <p:nvPr/>
          </p:nvCxnSpPr>
          <p:spPr>
            <a:xfrm>
              <a:off x="3041643" y="1375158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5" name="组合 104">
              <a:extLst>
                <a:ext uri="{FF2B5EF4-FFF2-40B4-BE49-F238E27FC236}">
                  <a16:creationId xmlns:a16="http://schemas.microsoft.com/office/drawing/2014/main" id="{44A724A3-09ED-41CD-B416-14744A1AA84C}"/>
                </a:ext>
              </a:extLst>
            </p:cNvPr>
            <p:cNvGrpSpPr/>
            <p:nvPr/>
          </p:nvGrpSpPr>
          <p:grpSpPr>
            <a:xfrm>
              <a:off x="3041643" y="523621"/>
              <a:ext cx="2555118" cy="1316426"/>
              <a:chOff x="3041643" y="523621"/>
              <a:chExt cx="2555118" cy="1316426"/>
            </a:xfrm>
          </p:grpSpPr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B87F6832-7D4E-433C-97C1-A1293EC47D8E}"/>
                  </a:ext>
                </a:extLst>
              </p:cNvPr>
              <p:cNvSpPr/>
              <p:nvPr/>
            </p:nvSpPr>
            <p:spPr>
              <a:xfrm>
                <a:off x="3041643" y="523621"/>
                <a:ext cx="2555118" cy="131642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07" name="文本框 106">
                <a:extLst>
                  <a:ext uri="{FF2B5EF4-FFF2-40B4-BE49-F238E27FC236}">
                    <a16:creationId xmlns:a16="http://schemas.microsoft.com/office/drawing/2014/main" id="{5DE78379-EE2C-4A73-9C0B-6E8027F0BB20}"/>
                  </a:ext>
                </a:extLst>
              </p:cNvPr>
              <p:cNvSpPr txBox="1"/>
              <p:nvPr/>
            </p:nvSpPr>
            <p:spPr>
              <a:xfrm>
                <a:off x="3100575" y="593470"/>
                <a:ext cx="23134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Function Object 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foo()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D37A7692-7503-430B-94E0-FBD0E6D45E0B}"/>
                  </a:ext>
                </a:extLst>
              </p:cNvPr>
              <p:cNvSpPr txBox="1"/>
              <p:nvPr/>
            </p:nvSpPr>
            <p:spPr>
              <a:xfrm>
                <a:off x="3100575" y="1007006"/>
                <a:ext cx="87798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globals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712B0976-054A-49B9-86D8-69DF69C4945D}"/>
                  </a:ext>
                </a:extLst>
              </p:cNvPr>
              <p:cNvSpPr txBox="1"/>
              <p:nvPr/>
            </p:nvSpPr>
            <p:spPr>
              <a:xfrm>
                <a:off x="3100574" y="1441056"/>
                <a:ext cx="231597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                     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3" name="直接连接符 112">
                <a:extLst>
                  <a:ext uri="{FF2B5EF4-FFF2-40B4-BE49-F238E27FC236}">
                    <a16:creationId xmlns:a16="http://schemas.microsoft.com/office/drawing/2014/main" id="{7D17C6FC-0702-450F-9DBA-F766DE8915A3}"/>
                  </a:ext>
                </a:extLst>
              </p:cNvPr>
              <p:cNvCxnSpPr/>
              <p:nvPr/>
            </p:nvCxnSpPr>
            <p:spPr>
              <a:xfrm>
                <a:off x="3041643" y="962802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接连接符 114">
                <a:extLst>
                  <a:ext uri="{FF2B5EF4-FFF2-40B4-BE49-F238E27FC236}">
                    <a16:creationId xmlns:a16="http://schemas.microsoft.com/office/drawing/2014/main" id="{07D7A068-852E-42F6-A9ED-F5745A28FD98}"/>
                  </a:ext>
                </a:extLst>
              </p:cNvPr>
              <p:cNvCxnSpPr>
                <a:cxnSpLocks/>
                <a:endCxn id="106" idx="2"/>
              </p:cNvCxnSpPr>
              <p:nvPr/>
            </p:nvCxnSpPr>
            <p:spPr>
              <a:xfrm>
                <a:off x="4319202" y="962802"/>
                <a:ext cx="0" cy="87724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5" name="组合 124">
            <a:extLst>
              <a:ext uri="{FF2B5EF4-FFF2-40B4-BE49-F238E27FC236}">
                <a16:creationId xmlns:a16="http://schemas.microsoft.com/office/drawing/2014/main" id="{7FAE04FB-B841-419E-96EA-FD8BEB01CF05}"/>
              </a:ext>
            </a:extLst>
          </p:cNvPr>
          <p:cNvGrpSpPr/>
          <p:nvPr/>
        </p:nvGrpSpPr>
        <p:grpSpPr>
          <a:xfrm>
            <a:off x="6626064" y="5502683"/>
            <a:ext cx="1947612" cy="793545"/>
            <a:chOff x="6815388" y="1384056"/>
            <a:chExt cx="1947612" cy="793545"/>
          </a:xfrm>
        </p:grpSpPr>
        <p:grpSp>
          <p:nvGrpSpPr>
            <p:cNvPr id="126" name="组合 125">
              <a:extLst>
                <a:ext uri="{FF2B5EF4-FFF2-40B4-BE49-F238E27FC236}">
                  <a16:creationId xmlns:a16="http://schemas.microsoft.com/office/drawing/2014/main" id="{F15FAD4F-67A3-47DF-B48A-1EF01350AB57}"/>
                </a:ext>
              </a:extLst>
            </p:cNvPr>
            <p:cNvGrpSpPr/>
            <p:nvPr/>
          </p:nvGrpSpPr>
          <p:grpSpPr>
            <a:xfrm>
              <a:off x="6815388" y="1384056"/>
              <a:ext cx="1947612" cy="793544"/>
              <a:chOff x="3041643" y="3511454"/>
              <a:chExt cx="2555118" cy="793544"/>
            </a:xfrm>
          </p:grpSpPr>
          <p:grpSp>
            <p:nvGrpSpPr>
              <p:cNvPr id="131" name="组合 130">
                <a:extLst>
                  <a:ext uri="{FF2B5EF4-FFF2-40B4-BE49-F238E27FC236}">
                    <a16:creationId xmlns:a16="http://schemas.microsoft.com/office/drawing/2014/main" id="{0D49385F-4209-40BD-8B03-5DF6311C9012}"/>
                  </a:ext>
                </a:extLst>
              </p:cNvPr>
              <p:cNvGrpSpPr/>
              <p:nvPr/>
            </p:nvGrpSpPr>
            <p:grpSpPr>
              <a:xfrm>
                <a:off x="3041643" y="3511454"/>
                <a:ext cx="2555118" cy="793544"/>
                <a:chOff x="3041643" y="3511454"/>
                <a:chExt cx="2555118" cy="793544"/>
              </a:xfrm>
            </p:grpSpPr>
            <p:sp>
              <p:nvSpPr>
                <p:cNvPr id="133" name="矩形 132">
                  <a:extLst>
                    <a:ext uri="{FF2B5EF4-FFF2-40B4-BE49-F238E27FC236}">
                      <a16:creationId xmlns:a16="http://schemas.microsoft.com/office/drawing/2014/main" id="{DDAA04C7-9764-4804-B64F-650C3172ABC8}"/>
                    </a:ext>
                  </a:extLst>
                </p:cNvPr>
                <p:cNvSpPr/>
                <p:nvPr/>
              </p:nvSpPr>
              <p:spPr>
                <a:xfrm>
                  <a:off x="3041643" y="3511454"/>
                  <a:ext cx="2555118" cy="793544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34" name="直接连接符 133">
                  <a:extLst>
                    <a:ext uri="{FF2B5EF4-FFF2-40B4-BE49-F238E27FC236}">
                      <a16:creationId xmlns:a16="http://schemas.microsoft.com/office/drawing/2014/main" id="{7D754FEC-74AF-440E-9F03-10A7CFCA85E0}"/>
                    </a:ext>
                  </a:extLst>
                </p:cNvPr>
                <p:cNvCxnSpPr/>
                <p:nvPr/>
              </p:nvCxnSpPr>
              <p:spPr>
                <a:xfrm>
                  <a:off x="3041643" y="391481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D5597B6F-282E-4C9E-9D36-A93A905B2FCF}"/>
                    </a:ext>
                  </a:extLst>
                </p:cNvPr>
                <p:cNvSpPr txBox="1"/>
                <p:nvPr/>
              </p:nvSpPr>
              <p:spPr>
                <a:xfrm>
                  <a:off x="3100575" y="3514595"/>
                  <a:ext cx="184274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槽位数组</a:t>
                  </a:r>
                  <a:endPara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cxnSp>
            <p:nvCxnSpPr>
              <p:cNvPr id="132" name="直接连接符 131">
                <a:extLst>
                  <a:ext uri="{FF2B5EF4-FFF2-40B4-BE49-F238E27FC236}">
                    <a16:creationId xmlns:a16="http://schemas.microsoft.com/office/drawing/2014/main" id="{75726A22-1540-406F-B9F9-BADE197277BF}"/>
                  </a:ext>
                </a:extLst>
              </p:cNvPr>
              <p:cNvCxnSpPr>
                <a:cxnSpLocks/>
                <a:endCxn id="133" idx="2"/>
              </p:cNvCxnSpPr>
              <p:nvPr/>
            </p:nvCxnSpPr>
            <p:spPr>
              <a:xfrm>
                <a:off x="4319202" y="3914818"/>
                <a:ext cx="0" cy="39018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C9AF48F8-325D-49D0-8357-4758BA8021C0}"/>
                </a:ext>
              </a:extLst>
            </p:cNvPr>
            <p:cNvSpPr txBox="1"/>
            <p:nvPr/>
          </p:nvSpPr>
          <p:spPr>
            <a:xfrm>
              <a:off x="7093105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3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B6FCA575-03A6-4737-A373-96F8A0FA23CD}"/>
                </a:ext>
              </a:extLst>
            </p:cNvPr>
            <p:cNvSpPr txBox="1"/>
            <p:nvPr/>
          </p:nvSpPr>
          <p:spPr>
            <a:xfrm>
              <a:off x="8066911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4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DEBECBF2-15B6-4B84-9A82-E61B1504CAD6}"/>
              </a:ext>
            </a:extLst>
          </p:cNvPr>
          <p:cNvCxnSpPr>
            <a:cxnSpLocks/>
          </p:cNvCxnSpPr>
          <p:nvPr/>
        </p:nvCxnSpPr>
        <p:spPr>
          <a:xfrm>
            <a:off x="5185336" y="5776453"/>
            <a:ext cx="144345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F01F6A8E-28CB-4A81-8FC7-8D5B64BF9312}"/>
              </a:ext>
            </a:extLst>
          </p:cNvPr>
          <p:cNvGrpSpPr/>
          <p:nvPr/>
        </p:nvGrpSpPr>
        <p:grpSpPr>
          <a:xfrm>
            <a:off x="6224068" y="931012"/>
            <a:ext cx="1961473" cy="1739143"/>
            <a:chOff x="7897078" y="337041"/>
            <a:chExt cx="1961473" cy="1739143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A828DA49-003C-4FA2-A5BC-93759A6E853E}"/>
                </a:ext>
              </a:extLst>
            </p:cNvPr>
            <p:cNvGrpSpPr/>
            <p:nvPr/>
          </p:nvGrpSpPr>
          <p:grpSpPr>
            <a:xfrm>
              <a:off x="7897078" y="337041"/>
              <a:ext cx="1947612" cy="1739143"/>
              <a:chOff x="6815388" y="1384055"/>
              <a:chExt cx="1947612" cy="1739143"/>
            </a:xfrm>
          </p:grpSpPr>
          <p:grpSp>
            <p:nvGrpSpPr>
              <p:cNvPr id="29" name="组合 28">
                <a:extLst>
                  <a:ext uri="{FF2B5EF4-FFF2-40B4-BE49-F238E27FC236}">
                    <a16:creationId xmlns:a16="http://schemas.microsoft.com/office/drawing/2014/main" id="{C5D6578F-EEC9-4AEE-8100-2807F5C3ADCB}"/>
                  </a:ext>
                </a:extLst>
              </p:cNvPr>
              <p:cNvGrpSpPr/>
              <p:nvPr/>
            </p:nvGrpSpPr>
            <p:grpSpPr>
              <a:xfrm>
                <a:off x="6815388" y="1384055"/>
                <a:ext cx="1947612" cy="1739143"/>
                <a:chOff x="3041643" y="3511453"/>
                <a:chExt cx="2555118" cy="1739143"/>
              </a:xfrm>
            </p:grpSpPr>
            <p:grpSp>
              <p:nvGrpSpPr>
                <p:cNvPr id="25" name="组合 24">
                  <a:extLst>
                    <a:ext uri="{FF2B5EF4-FFF2-40B4-BE49-F238E27FC236}">
                      <a16:creationId xmlns:a16="http://schemas.microsoft.com/office/drawing/2014/main" id="{14C85539-D9C2-4A8A-975E-8522F019A0D1}"/>
                    </a:ext>
                  </a:extLst>
                </p:cNvPr>
                <p:cNvGrpSpPr/>
                <p:nvPr/>
              </p:nvGrpSpPr>
              <p:grpSpPr>
                <a:xfrm>
                  <a:off x="3041643" y="3511453"/>
                  <a:ext cx="2555118" cy="1739143"/>
                  <a:chOff x="3041643" y="3511453"/>
                  <a:chExt cx="2555118" cy="1739143"/>
                </a:xfrm>
              </p:grpSpPr>
              <p:sp>
                <p:nvSpPr>
                  <p:cNvPr id="12" name="矩形 11">
                    <a:extLst>
                      <a:ext uri="{FF2B5EF4-FFF2-40B4-BE49-F238E27FC236}">
                        <a16:creationId xmlns:a16="http://schemas.microsoft.com/office/drawing/2014/main" id="{E44B7E2A-18EC-4E59-B5C1-F854418C51CF}"/>
                      </a:ext>
                    </a:extLst>
                  </p:cNvPr>
                  <p:cNvSpPr/>
                  <p:nvPr/>
                </p:nvSpPr>
                <p:spPr>
                  <a:xfrm>
                    <a:off x="3041643" y="3511453"/>
                    <a:ext cx="2555118" cy="1739143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22" name="直接连接符 21">
                    <a:extLst>
                      <a:ext uri="{FF2B5EF4-FFF2-40B4-BE49-F238E27FC236}">
                        <a16:creationId xmlns:a16="http://schemas.microsoft.com/office/drawing/2014/main" id="{A30732F3-BCFE-4857-B343-4AB385DD0FC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391481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8EE5621F-EED5-4F85-BF0F-AF928738D58E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3514595"/>
                    <a:ext cx="161112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字典</a:t>
                    </a:r>
                    <a:endParaRPr lang="zh-CN" altLang="en-US" b="1" dirty="0">
                      <a:latin typeface="宋体" panose="02010600030101010101" pitchFamily="2" charset="-122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24" name="直接连接符 23">
                    <a:extLst>
                      <a:ext uri="{FF2B5EF4-FFF2-40B4-BE49-F238E27FC236}">
                        <a16:creationId xmlns:a16="http://schemas.microsoft.com/office/drawing/2014/main" id="{110C0035-146A-48DE-80B0-44052C5609A7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432790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6" name="直接连接符 25">
                  <a:extLst>
                    <a:ext uri="{FF2B5EF4-FFF2-40B4-BE49-F238E27FC236}">
                      <a16:creationId xmlns:a16="http://schemas.microsoft.com/office/drawing/2014/main" id="{3F59A69B-8752-4FC5-BAAC-D9BB4EA6DEA7}"/>
                    </a:ext>
                  </a:extLst>
                </p:cNvPr>
                <p:cNvCxnSpPr>
                  <a:cxnSpLocks/>
                  <a:endCxn id="12" idx="2"/>
                </p:cNvCxnSpPr>
                <p:nvPr/>
              </p:nvCxnSpPr>
              <p:spPr>
                <a:xfrm>
                  <a:off x="4319202" y="3914818"/>
                  <a:ext cx="0" cy="1335778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CD6330F-03AC-429D-80A6-DD35B372C149}"/>
                  </a:ext>
                </a:extLst>
              </p:cNvPr>
              <p:cNvSpPr txBox="1"/>
              <p:nvPr/>
            </p:nvSpPr>
            <p:spPr>
              <a:xfrm>
                <a:off x="7093104" y="1839047"/>
                <a:ext cx="49530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“x”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7EB23124-69AD-4C04-9462-0E39A1D4FE5B}"/>
                  </a:ext>
                </a:extLst>
              </p:cNvPr>
              <p:cNvSpPr txBox="1"/>
              <p:nvPr/>
            </p:nvSpPr>
            <p:spPr>
              <a:xfrm>
                <a:off x="6964933" y="2242130"/>
                <a:ext cx="54654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y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”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0C2AB5B3-F2EF-4DED-85E4-CE974A3BCD72}"/>
                  </a:ext>
                </a:extLst>
              </p:cNvPr>
              <p:cNvSpPr txBox="1"/>
              <p:nvPr/>
            </p:nvSpPr>
            <p:spPr>
              <a:xfrm>
                <a:off x="8066911" y="1839047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1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72421F3D-C985-419B-AC9D-4D8A9DB443CF}"/>
                  </a:ext>
                </a:extLst>
              </p:cNvPr>
              <p:cNvSpPr txBox="1"/>
              <p:nvPr/>
            </p:nvSpPr>
            <p:spPr>
              <a:xfrm>
                <a:off x="8066911" y="2247274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2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43" name="直接连接符 142">
              <a:extLst>
                <a:ext uri="{FF2B5EF4-FFF2-40B4-BE49-F238E27FC236}">
                  <a16:creationId xmlns:a16="http://schemas.microsoft.com/office/drawing/2014/main" id="{98A6AA05-0190-48A8-B156-0A36F4B15C01}"/>
                </a:ext>
              </a:extLst>
            </p:cNvPr>
            <p:cNvCxnSpPr/>
            <p:nvPr/>
          </p:nvCxnSpPr>
          <p:spPr>
            <a:xfrm>
              <a:off x="7910939" y="1585296"/>
              <a:ext cx="194761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文本框 143">
              <a:extLst>
                <a:ext uri="{FF2B5EF4-FFF2-40B4-BE49-F238E27FC236}">
                  <a16:creationId xmlns:a16="http://schemas.microsoft.com/office/drawing/2014/main" id="{420D5FE8-01D0-4FC1-98FA-93980479F62F}"/>
                </a:ext>
              </a:extLst>
            </p:cNvPr>
            <p:cNvSpPr txBox="1"/>
            <p:nvPr/>
          </p:nvSpPr>
          <p:spPr>
            <a:xfrm>
              <a:off x="7956316" y="1650107"/>
              <a:ext cx="6909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“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foo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”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sp>
        <p:nvSpPr>
          <p:cNvPr id="183" name="文本框 182">
            <a:extLst>
              <a:ext uri="{FF2B5EF4-FFF2-40B4-BE49-F238E27FC236}">
                <a16:creationId xmlns:a16="http://schemas.microsoft.com/office/drawing/2014/main" id="{5565A5BB-1AA1-47E7-9B98-3817AADEDB6B}"/>
              </a:ext>
            </a:extLst>
          </p:cNvPr>
          <p:cNvSpPr txBox="1"/>
          <p:nvPr/>
        </p:nvSpPr>
        <p:spPr>
          <a:xfrm>
            <a:off x="3173686" y="3210978"/>
            <a:ext cx="25779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顶层代码中创建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</a:t>
            </a:r>
          </a:p>
        </p:txBody>
      </p:sp>
      <p:sp>
        <p:nvSpPr>
          <p:cNvPr id="184" name="文本框 183">
            <a:extLst>
              <a:ext uri="{FF2B5EF4-FFF2-40B4-BE49-F238E27FC236}">
                <a16:creationId xmlns:a16="http://schemas.microsoft.com/office/drawing/2014/main" id="{95EB277B-346F-4B53-ABB8-DD9EE88E8876}"/>
              </a:ext>
            </a:extLst>
          </p:cNvPr>
          <p:cNvSpPr txBox="1"/>
          <p:nvPr/>
        </p:nvSpPr>
        <p:spPr>
          <a:xfrm>
            <a:off x="234869" y="4367252"/>
            <a:ext cx="26652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对象创建时</a:t>
            </a:r>
            <a:endParaRPr lang="en-US" altLang="zh-CN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绑定当前栈帧的全局环境</a:t>
            </a:r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27B148D2-8277-409C-8A31-AAFE1CD2DC26}"/>
              </a:ext>
            </a:extLst>
          </p:cNvPr>
          <p:cNvSpPr txBox="1"/>
          <p:nvPr/>
        </p:nvSpPr>
        <p:spPr>
          <a:xfrm>
            <a:off x="1902333" y="6504065"/>
            <a:ext cx="65021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调用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，栈帧中采用该全局环境，并使用槽位数组保存局部变量</a:t>
            </a: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8B38EF29-19DF-45E9-9992-73E6E410E6E5}"/>
              </a:ext>
            </a:extLst>
          </p:cNvPr>
          <p:cNvGrpSpPr/>
          <p:nvPr/>
        </p:nvGrpSpPr>
        <p:grpSpPr>
          <a:xfrm>
            <a:off x="5106185" y="1932729"/>
            <a:ext cx="1103136" cy="136566"/>
            <a:chOff x="5106185" y="1932729"/>
            <a:chExt cx="1103136" cy="136566"/>
          </a:xfrm>
        </p:grpSpPr>
        <p:cxnSp>
          <p:nvCxnSpPr>
            <p:cNvPr id="181" name="直接箭头连接符 180">
              <a:extLst>
                <a:ext uri="{FF2B5EF4-FFF2-40B4-BE49-F238E27FC236}">
                  <a16:creationId xmlns:a16="http://schemas.microsoft.com/office/drawing/2014/main" id="{F5A0C349-4ECB-46F2-9628-196DC585EB46}"/>
                </a:ext>
              </a:extLst>
            </p:cNvPr>
            <p:cNvCxnSpPr>
              <a:cxnSpLocks/>
            </p:cNvCxnSpPr>
            <p:nvPr/>
          </p:nvCxnSpPr>
          <p:spPr>
            <a:xfrm>
              <a:off x="5149755" y="2001680"/>
              <a:ext cx="1059566" cy="746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4E030E14-C77B-46F2-A9B2-D342D20EF03A}"/>
                </a:ext>
              </a:extLst>
            </p:cNvPr>
            <p:cNvSpPr/>
            <p:nvPr/>
          </p:nvSpPr>
          <p:spPr>
            <a:xfrm>
              <a:off x="5106185" y="1932729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FC9E1A2B-CA97-4BB0-96DE-53340D99291D}"/>
              </a:ext>
            </a:extLst>
          </p:cNvPr>
          <p:cNvGrpSpPr/>
          <p:nvPr/>
        </p:nvGrpSpPr>
        <p:grpSpPr>
          <a:xfrm>
            <a:off x="5106217" y="2653132"/>
            <a:ext cx="1830916" cy="407590"/>
            <a:chOff x="5106217" y="2653132"/>
            <a:chExt cx="1830916" cy="407590"/>
          </a:xfrm>
        </p:grpSpPr>
        <p:cxnSp>
          <p:nvCxnSpPr>
            <p:cNvPr id="147" name="连接符: 肘形 146">
              <a:extLst>
                <a:ext uri="{FF2B5EF4-FFF2-40B4-BE49-F238E27FC236}">
                  <a16:creationId xmlns:a16="http://schemas.microsoft.com/office/drawing/2014/main" id="{94EA9A6C-FC8E-4D85-AAEE-A8B5ECB706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06301" y="2653132"/>
              <a:ext cx="1730832" cy="332822"/>
            </a:xfrm>
            <a:prstGeom prst="bentConnector3">
              <a:avLst>
                <a:gd name="adj1" fmla="val 100079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椭圆 94">
              <a:extLst>
                <a:ext uri="{FF2B5EF4-FFF2-40B4-BE49-F238E27FC236}">
                  <a16:creationId xmlns:a16="http://schemas.microsoft.com/office/drawing/2014/main" id="{0678F5DA-9CA9-44CE-AC5E-179035A5A99D}"/>
                </a:ext>
              </a:extLst>
            </p:cNvPr>
            <p:cNvSpPr/>
            <p:nvPr/>
          </p:nvSpPr>
          <p:spPr>
            <a:xfrm>
              <a:off x="5106217" y="2924156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22754FBB-A294-4B1E-AA34-B48FE1D5315D}"/>
              </a:ext>
            </a:extLst>
          </p:cNvPr>
          <p:cNvGrpSpPr/>
          <p:nvPr/>
        </p:nvGrpSpPr>
        <p:grpSpPr>
          <a:xfrm>
            <a:off x="2152334" y="2670155"/>
            <a:ext cx="5045540" cy="1076701"/>
            <a:chOff x="2152334" y="2670155"/>
            <a:chExt cx="5045540" cy="1076701"/>
          </a:xfrm>
        </p:grpSpPr>
        <p:cxnSp>
          <p:nvCxnSpPr>
            <p:cNvPr id="117" name="连接符: 肘形 116">
              <a:extLst>
                <a:ext uri="{FF2B5EF4-FFF2-40B4-BE49-F238E27FC236}">
                  <a16:creationId xmlns:a16="http://schemas.microsoft.com/office/drawing/2014/main" id="{31748DCF-3B13-4366-9E26-56E8A75CBD6A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2240437" y="2670155"/>
              <a:ext cx="4957437" cy="1003128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椭圆 95">
              <a:extLst>
                <a:ext uri="{FF2B5EF4-FFF2-40B4-BE49-F238E27FC236}">
                  <a16:creationId xmlns:a16="http://schemas.microsoft.com/office/drawing/2014/main" id="{9500991A-B2B5-4A3E-B71B-B7BBA461B621}"/>
                </a:ext>
              </a:extLst>
            </p:cNvPr>
            <p:cNvSpPr/>
            <p:nvPr/>
          </p:nvSpPr>
          <p:spPr>
            <a:xfrm>
              <a:off x="2152334" y="361029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C10FCB00-E024-4873-97DA-307C8459DF6A}"/>
              </a:ext>
            </a:extLst>
          </p:cNvPr>
          <p:cNvGrpSpPr/>
          <p:nvPr/>
        </p:nvGrpSpPr>
        <p:grpSpPr>
          <a:xfrm>
            <a:off x="2268005" y="226016"/>
            <a:ext cx="6220796" cy="2757705"/>
            <a:chOff x="2268005" y="226016"/>
            <a:chExt cx="6220796" cy="2757705"/>
          </a:xfrm>
        </p:grpSpPr>
        <p:cxnSp>
          <p:nvCxnSpPr>
            <p:cNvPr id="160" name="连接符: 肘形 159">
              <a:extLst>
                <a:ext uri="{FF2B5EF4-FFF2-40B4-BE49-F238E27FC236}">
                  <a16:creationId xmlns:a16="http://schemas.microsoft.com/office/drawing/2014/main" id="{54F86B02-B007-4E06-B70C-81CB96B86269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2268005" y="236588"/>
              <a:ext cx="6220795" cy="2747133"/>
            </a:xfrm>
            <a:prstGeom prst="bentConnector3">
              <a:avLst>
                <a:gd name="adj1" fmla="val 10001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67270E1C-5556-450F-AEEE-1CBB4F6E6F7E}"/>
                </a:ext>
              </a:extLst>
            </p:cNvPr>
            <p:cNvGrpSpPr/>
            <p:nvPr/>
          </p:nvGrpSpPr>
          <p:grpSpPr>
            <a:xfrm>
              <a:off x="7621208" y="226016"/>
              <a:ext cx="867593" cy="2224990"/>
              <a:chOff x="7621208" y="226016"/>
              <a:chExt cx="867593" cy="2224990"/>
            </a:xfrm>
          </p:grpSpPr>
          <p:cxnSp>
            <p:nvCxnSpPr>
              <p:cNvPr id="167" name="连接符: 肘形 166">
                <a:extLst>
                  <a:ext uri="{FF2B5EF4-FFF2-40B4-BE49-F238E27FC236}">
                    <a16:creationId xmlns:a16="http://schemas.microsoft.com/office/drawing/2014/main" id="{73880740-50AC-4990-960C-7F1C131B8D8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004112" y="911395"/>
                <a:ext cx="2170068" cy="799310"/>
              </a:xfrm>
              <a:prstGeom prst="bentConnector3">
                <a:avLst>
                  <a:gd name="adj1" fmla="val 606"/>
                </a:avLst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7" name="椭圆 96">
                <a:extLst>
                  <a:ext uri="{FF2B5EF4-FFF2-40B4-BE49-F238E27FC236}">
                    <a16:creationId xmlns:a16="http://schemas.microsoft.com/office/drawing/2014/main" id="{3531DBD7-104A-438F-A77E-35BB8DD8F346}"/>
                  </a:ext>
                </a:extLst>
              </p:cNvPr>
              <p:cNvSpPr/>
              <p:nvPr/>
            </p:nvSpPr>
            <p:spPr>
              <a:xfrm>
                <a:off x="7621208" y="2314440"/>
                <a:ext cx="136566" cy="13656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29009D70-2A44-498D-8E2B-725E10E01003}"/>
              </a:ext>
            </a:extLst>
          </p:cNvPr>
          <p:cNvGrpSpPr/>
          <p:nvPr/>
        </p:nvGrpSpPr>
        <p:grpSpPr>
          <a:xfrm>
            <a:off x="5106185" y="2673760"/>
            <a:ext cx="2577368" cy="2652180"/>
            <a:chOff x="5106185" y="2673760"/>
            <a:chExt cx="2577368" cy="2652180"/>
          </a:xfrm>
        </p:grpSpPr>
        <p:cxnSp>
          <p:nvCxnSpPr>
            <p:cNvPr id="91" name="连接符: 肘形 90">
              <a:extLst>
                <a:ext uri="{FF2B5EF4-FFF2-40B4-BE49-F238E27FC236}">
                  <a16:creationId xmlns:a16="http://schemas.microsoft.com/office/drawing/2014/main" id="{191AC61F-CFCB-4C04-90CD-DEF16AAE5974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158353" y="2729631"/>
              <a:ext cx="2581071" cy="2469329"/>
            </a:xfrm>
            <a:prstGeom prst="bentConnector3">
              <a:avLst>
                <a:gd name="adj1" fmla="val 58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椭圆 100">
              <a:extLst>
                <a:ext uri="{FF2B5EF4-FFF2-40B4-BE49-F238E27FC236}">
                  <a16:creationId xmlns:a16="http://schemas.microsoft.com/office/drawing/2014/main" id="{6FBE5D43-7F33-476E-A1A6-3F16D7E3170E}"/>
                </a:ext>
              </a:extLst>
            </p:cNvPr>
            <p:cNvSpPr/>
            <p:nvPr/>
          </p:nvSpPr>
          <p:spPr>
            <a:xfrm>
              <a:off x="5106185" y="518937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10" name="椭圆 109">
            <a:extLst>
              <a:ext uri="{FF2B5EF4-FFF2-40B4-BE49-F238E27FC236}">
                <a16:creationId xmlns:a16="http://schemas.microsoft.com/office/drawing/2014/main" id="{72FB9ABD-4C6C-419F-9636-318220D43732}"/>
              </a:ext>
            </a:extLst>
          </p:cNvPr>
          <p:cNvSpPr/>
          <p:nvPr/>
        </p:nvSpPr>
        <p:spPr>
          <a:xfrm>
            <a:off x="5123546" y="5714700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0943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文本框 113">
            <a:extLst>
              <a:ext uri="{FF2B5EF4-FFF2-40B4-BE49-F238E27FC236}">
                <a16:creationId xmlns:a16="http://schemas.microsoft.com/office/drawing/2014/main" id="{E9A72035-2D7D-4469-BDAC-57F95E6EA325}"/>
              </a:ext>
            </a:extLst>
          </p:cNvPr>
          <p:cNvSpPr txBox="1"/>
          <p:nvPr/>
        </p:nvSpPr>
        <p:spPr>
          <a:xfrm>
            <a:off x="470415" y="3643958"/>
            <a:ext cx="4024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执行期间，单元对象被当前栈帧和新建的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对象同时持有。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0B9F294-3F63-4480-AECA-AE2C1675AB88}"/>
              </a:ext>
            </a:extLst>
          </p:cNvPr>
          <p:cNvSpPr txBox="1"/>
          <p:nvPr/>
        </p:nvSpPr>
        <p:spPr>
          <a:xfrm>
            <a:off x="5797634" y="3643958"/>
            <a:ext cx="44507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退出后，栈帧被销毁，但单元对象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仍然被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对象持有，因此保持存活。</a:t>
            </a: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9C3B75BA-66B0-439B-ABDF-4349453EADC7}"/>
              </a:ext>
            </a:extLst>
          </p:cNvPr>
          <p:cNvGrpSpPr/>
          <p:nvPr/>
        </p:nvGrpSpPr>
        <p:grpSpPr>
          <a:xfrm>
            <a:off x="319146" y="341395"/>
            <a:ext cx="4645568" cy="3112946"/>
            <a:chOff x="319146" y="341395"/>
            <a:chExt cx="4645568" cy="3112946"/>
          </a:xfrm>
        </p:grpSpPr>
        <p:grpSp>
          <p:nvGrpSpPr>
            <p:cNvPr id="90" name="组合 89">
              <a:extLst>
                <a:ext uri="{FF2B5EF4-FFF2-40B4-BE49-F238E27FC236}">
                  <a16:creationId xmlns:a16="http://schemas.microsoft.com/office/drawing/2014/main" id="{180C8327-5556-4827-BC51-448EB40B6FFE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FFA6BFC9-12DE-47EF-A55F-C827003FA7CB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F0FE486C-28FF-4F44-A40B-4133A5036635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0CEAF381-0094-4EE6-BCB2-D39081DBCCA8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881337DD-E1D6-479C-9DC2-D3CFF48F1098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3" name="组合 22">
                <a:extLst>
                  <a:ext uri="{FF2B5EF4-FFF2-40B4-BE49-F238E27FC236}">
                    <a16:creationId xmlns:a16="http://schemas.microsoft.com/office/drawing/2014/main" id="{2E4FB221-B9F8-4C31-904C-54AE54C28F0C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8" name="组合 7">
                  <a:extLst>
                    <a:ext uri="{FF2B5EF4-FFF2-40B4-BE49-F238E27FC236}">
                      <a16:creationId xmlns:a16="http://schemas.microsoft.com/office/drawing/2014/main" id="{3DAE7417-5239-427B-A18E-277649525350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9" name="直接连接符 8">
                    <a:extLst>
                      <a:ext uri="{FF2B5EF4-FFF2-40B4-BE49-F238E27FC236}">
                        <a16:creationId xmlns:a16="http://schemas.microsoft.com/office/drawing/2014/main" id="{6D0E9870-E8F8-4FB7-A6A0-2F3403617611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" name="组合 9">
                    <a:extLst>
                      <a:ext uri="{FF2B5EF4-FFF2-40B4-BE49-F238E27FC236}">
                        <a16:creationId xmlns:a16="http://schemas.microsoft.com/office/drawing/2014/main" id="{F87F037B-C92F-406F-B686-D7A520DA4A1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11" name="矩形 10">
                      <a:extLst>
                        <a:ext uri="{FF2B5EF4-FFF2-40B4-BE49-F238E27FC236}">
                          <a16:creationId xmlns:a16="http://schemas.microsoft.com/office/drawing/2014/main" id="{84FA0DD5-C788-46BC-924E-F9E58E7EB7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12" name="文本框 11">
                      <a:extLst>
                        <a:ext uri="{FF2B5EF4-FFF2-40B4-BE49-F238E27FC236}">
                          <a16:creationId xmlns:a16="http://schemas.microsoft.com/office/drawing/2014/main" id="{4C4BDEE7-0CC9-4D60-8860-E57E6A5F00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3" name="文本框 12">
                      <a:extLst>
                        <a:ext uri="{FF2B5EF4-FFF2-40B4-BE49-F238E27FC236}">
                          <a16:creationId xmlns:a16="http://schemas.microsoft.com/office/drawing/2014/main" id="{1D3A5D4B-F9B5-4F47-B146-57667EB36FB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4" name="文本框 13">
                      <a:extLst>
                        <a:ext uri="{FF2B5EF4-FFF2-40B4-BE49-F238E27FC236}">
                          <a16:creationId xmlns:a16="http://schemas.microsoft.com/office/drawing/2014/main" id="{BD29F049-DEA0-4D9C-8C88-8D16676E896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18" name="直接连接符 17">
                      <a:extLst>
                        <a:ext uri="{FF2B5EF4-FFF2-40B4-BE49-F238E27FC236}">
                          <a16:creationId xmlns:a16="http://schemas.microsoft.com/office/drawing/2014/main" id="{809966E5-6114-4396-BF88-E263FC642CA6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直接连接符 19">
                      <a:extLst>
                        <a:ext uri="{FF2B5EF4-FFF2-40B4-BE49-F238E27FC236}">
                          <a16:creationId xmlns:a16="http://schemas.microsoft.com/office/drawing/2014/main" id="{D140E5D7-1E6D-488B-81C0-CB008E8D9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2C1690A6-110A-43BD-B9DE-7BB86991C277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A5FAEA8F-A6D9-4028-BFAC-BF3D500F4682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144A7A32-9963-48D7-9F29-C83419B70D1B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CCB9AFAD-27E2-4F49-AFC3-F121627AB55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34" name="组合 33">
                  <a:extLst>
                    <a:ext uri="{FF2B5EF4-FFF2-40B4-BE49-F238E27FC236}">
                      <a16:creationId xmlns:a16="http://schemas.microsoft.com/office/drawing/2014/main" id="{3457CECA-DAFF-4D02-A5CD-10A9A3B66DB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36" name="直接连接符 35">
                    <a:extLst>
                      <a:ext uri="{FF2B5EF4-FFF2-40B4-BE49-F238E27FC236}">
                        <a16:creationId xmlns:a16="http://schemas.microsoft.com/office/drawing/2014/main" id="{04B18D45-136B-4DFB-B963-971B119063A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7" name="组合 36">
                    <a:extLst>
                      <a:ext uri="{FF2B5EF4-FFF2-40B4-BE49-F238E27FC236}">
                        <a16:creationId xmlns:a16="http://schemas.microsoft.com/office/drawing/2014/main" id="{65997647-BEE7-4D77-A6AF-34DDD216743D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38" name="矩形 37">
                      <a:extLst>
                        <a:ext uri="{FF2B5EF4-FFF2-40B4-BE49-F238E27FC236}">
                          <a16:creationId xmlns:a16="http://schemas.microsoft.com/office/drawing/2014/main" id="{49787E65-B3CD-4E9A-97AA-0FE02C043D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39" name="文本框 38">
                      <a:extLst>
                        <a:ext uri="{FF2B5EF4-FFF2-40B4-BE49-F238E27FC236}">
                          <a16:creationId xmlns:a16="http://schemas.microsoft.com/office/drawing/2014/main" id="{791303A7-A9AD-41F6-8B53-F9248487DE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0" name="文本框 39">
                      <a:extLst>
                        <a:ext uri="{FF2B5EF4-FFF2-40B4-BE49-F238E27FC236}">
                          <a16:creationId xmlns:a16="http://schemas.microsoft.com/office/drawing/2014/main" id="{2B813025-9BC4-4550-AB28-75C1D1C331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1" name="文本框 40">
                      <a:extLst>
                        <a:ext uri="{FF2B5EF4-FFF2-40B4-BE49-F238E27FC236}">
                          <a16:creationId xmlns:a16="http://schemas.microsoft.com/office/drawing/2014/main" id="{3D205C62-5E1F-4ED4-8534-F6D0503C68B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42" name="直接连接符 41">
                      <a:extLst>
                        <a:ext uri="{FF2B5EF4-FFF2-40B4-BE49-F238E27FC236}">
                          <a16:creationId xmlns:a16="http://schemas.microsoft.com/office/drawing/2014/main" id="{17C57E02-B30B-456B-B183-27FF5525664B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直接连接符 42">
                      <a:extLst>
                        <a:ext uri="{FF2B5EF4-FFF2-40B4-BE49-F238E27FC236}">
                          <a16:creationId xmlns:a16="http://schemas.microsoft.com/office/drawing/2014/main" id="{7540B650-BA9B-4DBB-AD26-E787A838B4F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929DD6A5-341F-41FE-B65D-BEF75BD175E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8026012F-AEA4-41C1-BA44-8049312235FF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11" name="连接符: 肘形 110">
              <a:extLst>
                <a:ext uri="{FF2B5EF4-FFF2-40B4-BE49-F238E27FC236}">
                  <a16:creationId xmlns:a16="http://schemas.microsoft.com/office/drawing/2014/main" id="{192E5FCE-E107-4C0B-96E1-2FEDB8F0F53B}"/>
                </a:ext>
              </a:extLst>
            </p:cNvPr>
            <p:cNvCxnSpPr>
              <a:cxnSpLocks/>
              <a:endCxn id="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椭圆 53">
              <a:extLst>
                <a:ext uri="{FF2B5EF4-FFF2-40B4-BE49-F238E27FC236}">
                  <a16:creationId xmlns:a16="http://schemas.microsoft.com/office/drawing/2014/main" id="{03BC8FC2-C05D-4DB6-8848-E517C5D5A8A2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13" name="连接符: 肘形 112">
              <a:extLst>
                <a:ext uri="{FF2B5EF4-FFF2-40B4-BE49-F238E27FC236}">
                  <a16:creationId xmlns:a16="http://schemas.microsoft.com/office/drawing/2014/main" id="{0AD260BF-1192-4B69-8A76-C1958737F4D2}"/>
                </a:ext>
              </a:extLst>
            </p:cNvPr>
            <p:cNvCxnSpPr>
              <a:endCxn id="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椭圆 54">
              <a:extLst>
                <a:ext uri="{FF2B5EF4-FFF2-40B4-BE49-F238E27FC236}">
                  <a16:creationId xmlns:a16="http://schemas.microsoft.com/office/drawing/2014/main" id="{A3AED03E-41D1-4A1A-AEB8-33DD34B7774C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28" name="组合 227">
            <a:extLst>
              <a:ext uri="{FF2B5EF4-FFF2-40B4-BE49-F238E27FC236}">
                <a16:creationId xmlns:a16="http://schemas.microsoft.com/office/drawing/2014/main" id="{59419326-9DE4-4AF1-92E9-48DDF851F278}"/>
              </a:ext>
            </a:extLst>
          </p:cNvPr>
          <p:cNvGrpSpPr/>
          <p:nvPr/>
        </p:nvGrpSpPr>
        <p:grpSpPr>
          <a:xfrm>
            <a:off x="5536371" y="341395"/>
            <a:ext cx="4645568" cy="3112946"/>
            <a:chOff x="319146" y="341395"/>
            <a:chExt cx="4645568" cy="3112946"/>
          </a:xfrm>
        </p:grpSpPr>
        <p:grpSp>
          <p:nvGrpSpPr>
            <p:cNvPr id="229" name="组合 228">
              <a:extLst>
                <a:ext uri="{FF2B5EF4-FFF2-40B4-BE49-F238E27FC236}">
                  <a16:creationId xmlns:a16="http://schemas.microsoft.com/office/drawing/2014/main" id="{0222EBB6-C2D6-4F1A-9FA1-7D0E9842B182}"/>
                </a:ext>
              </a:extLst>
            </p:cNvPr>
            <p:cNvGrpSpPr/>
            <p:nvPr/>
          </p:nvGrpSpPr>
          <p:grpSpPr>
            <a:xfrm>
              <a:off x="3605794" y="1597384"/>
              <a:ext cx="1358920" cy="725432"/>
              <a:chOff x="6534909" y="436632"/>
              <a:chExt cx="1358920" cy="725432"/>
            </a:xfrm>
          </p:grpSpPr>
          <p:sp>
            <p:nvSpPr>
              <p:cNvPr id="260" name="矩形 259">
                <a:extLst>
                  <a:ext uri="{FF2B5EF4-FFF2-40B4-BE49-F238E27FC236}">
                    <a16:creationId xmlns:a16="http://schemas.microsoft.com/office/drawing/2014/main" id="{55C33C65-1BFA-4FAB-A10C-B6726DAE1141}"/>
                  </a:ext>
                </a:extLst>
              </p:cNvPr>
              <p:cNvSpPr/>
              <p:nvPr/>
            </p:nvSpPr>
            <p:spPr>
              <a:xfrm>
                <a:off x="6534909" y="436634"/>
                <a:ext cx="1358920" cy="72543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" name="文本框 260">
                <a:extLst>
                  <a:ext uri="{FF2B5EF4-FFF2-40B4-BE49-F238E27FC236}">
                    <a16:creationId xmlns:a16="http://schemas.microsoft.com/office/drawing/2014/main" id="{AFA24797-514D-4EE2-8CFC-7A3885B6B15F}"/>
                  </a:ext>
                </a:extLst>
              </p:cNvPr>
              <p:cNvSpPr txBox="1"/>
              <p:nvPr/>
            </p:nvSpPr>
            <p:spPr>
              <a:xfrm>
                <a:off x="6560985" y="436632"/>
                <a:ext cx="13067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Cell Object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2" name="文本框 261">
                <a:extLst>
                  <a:ext uri="{FF2B5EF4-FFF2-40B4-BE49-F238E27FC236}">
                    <a16:creationId xmlns:a16="http://schemas.microsoft.com/office/drawing/2014/main" id="{49C072DE-AA51-43BC-A24F-38385DF89135}"/>
                  </a:ext>
                </a:extLst>
              </p:cNvPr>
              <p:cNvSpPr txBox="1"/>
              <p:nvPr/>
            </p:nvSpPr>
            <p:spPr>
              <a:xfrm>
                <a:off x="6691629" y="753659"/>
                <a:ext cx="10454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value=10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0" name="组合 229">
              <a:extLst>
                <a:ext uri="{FF2B5EF4-FFF2-40B4-BE49-F238E27FC236}">
                  <a16:creationId xmlns:a16="http://schemas.microsoft.com/office/drawing/2014/main" id="{D731CB6F-F70E-48F0-818B-9E5EF7224A62}"/>
                </a:ext>
              </a:extLst>
            </p:cNvPr>
            <p:cNvGrpSpPr/>
            <p:nvPr/>
          </p:nvGrpSpPr>
          <p:grpSpPr>
            <a:xfrm>
              <a:off x="319146" y="341395"/>
              <a:ext cx="2555118" cy="1335006"/>
              <a:chOff x="1720805" y="417595"/>
              <a:chExt cx="2555118" cy="1335006"/>
            </a:xfrm>
          </p:grpSpPr>
          <p:grpSp>
            <p:nvGrpSpPr>
              <p:cNvPr id="248" name="组合 247">
                <a:extLst>
                  <a:ext uri="{FF2B5EF4-FFF2-40B4-BE49-F238E27FC236}">
                    <a16:creationId xmlns:a16="http://schemas.microsoft.com/office/drawing/2014/main" id="{B745BBF6-A4A6-4FDB-A5CB-766E35BA7488}"/>
                  </a:ext>
                </a:extLst>
              </p:cNvPr>
              <p:cNvGrpSpPr/>
              <p:nvPr/>
            </p:nvGrpSpPr>
            <p:grpSpPr>
              <a:xfrm>
                <a:off x="1720805" y="417595"/>
                <a:ext cx="2555118" cy="1335006"/>
                <a:chOff x="2025605" y="931945"/>
                <a:chExt cx="2555118" cy="1335006"/>
              </a:xfrm>
            </p:grpSpPr>
            <p:grpSp>
              <p:nvGrpSpPr>
                <p:cNvPr id="250" name="组合 249">
                  <a:extLst>
                    <a:ext uri="{FF2B5EF4-FFF2-40B4-BE49-F238E27FC236}">
                      <a16:creationId xmlns:a16="http://schemas.microsoft.com/office/drawing/2014/main" id="{3BC25DDE-2AA1-4125-AD97-8EE553BFC90D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55118" cy="1335006"/>
                  <a:chOff x="3041643" y="523621"/>
                  <a:chExt cx="2555118" cy="1335006"/>
                </a:xfrm>
              </p:grpSpPr>
              <p:cxnSp>
                <p:nvCxnSpPr>
                  <p:cNvPr id="252" name="直接连接符 251">
                    <a:extLst>
                      <a:ext uri="{FF2B5EF4-FFF2-40B4-BE49-F238E27FC236}">
                        <a16:creationId xmlns:a16="http://schemas.microsoft.com/office/drawing/2014/main" id="{1B204D9E-C3A1-44C0-8498-92160FF1206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  <a:prstDash val="sysDot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53" name="组合 252">
                    <a:extLst>
                      <a:ext uri="{FF2B5EF4-FFF2-40B4-BE49-F238E27FC236}">
                        <a16:creationId xmlns:a16="http://schemas.microsoft.com/office/drawing/2014/main" id="{A037CA39-FCD7-487C-817F-DA3FE67F7EAA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55118" cy="1335006"/>
                    <a:chOff x="3041643" y="523621"/>
                    <a:chExt cx="2555118" cy="1335006"/>
                  </a:xfrm>
                </p:grpSpPr>
                <p:sp>
                  <p:nvSpPr>
                    <p:cNvPr id="254" name="矩形 253">
                      <a:extLst>
                        <a:ext uri="{FF2B5EF4-FFF2-40B4-BE49-F238E27FC236}">
                          <a16:creationId xmlns:a16="http://schemas.microsoft.com/office/drawing/2014/main" id="{F3EA9BC8-1770-4D1D-9FF6-98C672244D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55" name="文本框 254">
                      <a:extLst>
                        <a:ext uri="{FF2B5EF4-FFF2-40B4-BE49-F238E27FC236}">
                          <a16:creationId xmlns:a16="http://schemas.microsoft.com/office/drawing/2014/main" id="{2A7540D0-956D-4FAD-8E2D-B6EF8E297B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5760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outer()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6" name="文本框 255">
                      <a:extLst>
                        <a:ext uri="{FF2B5EF4-FFF2-40B4-BE49-F238E27FC236}">
                          <a16:creationId xmlns:a16="http://schemas.microsoft.com/office/drawing/2014/main" id="{2C2470D8-11F7-495F-BA27-ADA9929DC8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100791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57" name="文本框 256">
                      <a:extLst>
                        <a:ext uri="{FF2B5EF4-FFF2-40B4-BE49-F238E27FC236}">
                          <a16:creationId xmlns:a16="http://schemas.microsoft.com/office/drawing/2014/main" id="{1804ADA4-5B78-4097-8394-77643F19131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58" name="直接连接符 257">
                      <a:extLst>
                        <a:ext uri="{FF2B5EF4-FFF2-40B4-BE49-F238E27FC236}">
                          <a16:creationId xmlns:a16="http://schemas.microsoft.com/office/drawing/2014/main" id="{E5355410-CAE9-4972-B483-979457E65E0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59" name="直接连接符 258">
                      <a:extLst>
                        <a:ext uri="{FF2B5EF4-FFF2-40B4-BE49-F238E27FC236}">
                          <a16:creationId xmlns:a16="http://schemas.microsoft.com/office/drawing/2014/main" id="{99D361BE-3436-4EA9-88C3-85977D59FEF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08487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  <a:prstDash val="sysDot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51" name="文本框 250">
                  <a:extLst>
                    <a:ext uri="{FF2B5EF4-FFF2-40B4-BE49-F238E27FC236}">
                      <a16:creationId xmlns:a16="http://schemas.microsoft.com/office/drawing/2014/main" id="{AD675FDC-FA32-484B-9C7C-03A5F6FBF67E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49" name="文本框 248">
                <a:extLst>
                  <a:ext uri="{FF2B5EF4-FFF2-40B4-BE49-F238E27FC236}">
                    <a16:creationId xmlns:a16="http://schemas.microsoft.com/office/drawing/2014/main" id="{10AF41CB-98D9-4D00-BCAF-58EDA71AECB1}"/>
                  </a:ext>
                </a:extLst>
              </p:cNvPr>
              <p:cNvSpPr txBox="1"/>
              <p:nvPr/>
            </p:nvSpPr>
            <p:spPr>
              <a:xfrm>
                <a:off x="2798064" y="917459"/>
                <a:ext cx="14602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槽位数组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(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31" name="组合 230">
              <a:extLst>
                <a:ext uri="{FF2B5EF4-FFF2-40B4-BE49-F238E27FC236}">
                  <a16:creationId xmlns:a16="http://schemas.microsoft.com/office/drawing/2014/main" id="{AB37D8EC-23D9-44EE-B895-54A597F2F38A}"/>
                </a:ext>
              </a:extLst>
            </p:cNvPr>
            <p:cNvGrpSpPr/>
            <p:nvPr/>
          </p:nvGrpSpPr>
          <p:grpSpPr>
            <a:xfrm>
              <a:off x="319146" y="2119335"/>
              <a:ext cx="2590394" cy="1335006"/>
              <a:chOff x="5729970" y="2678194"/>
              <a:chExt cx="2590394" cy="1335006"/>
            </a:xfrm>
          </p:grpSpPr>
          <p:grpSp>
            <p:nvGrpSpPr>
              <p:cNvPr id="236" name="组合 235">
                <a:extLst>
                  <a:ext uri="{FF2B5EF4-FFF2-40B4-BE49-F238E27FC236}">
                    <a16:creationId xmlns:a16="http://schemas.microsoft.com/office/drawing/2014/main" id="{4C4F7F3F-4C49-4763-B19C-A3D738A46ECE}"/>
                  </a:ext>
                </a:extLst>
              </p:cNvPr>
              <p:cNvGrpSpPr/>
              <p:nvPr/>
            </p:nvGrpSpPr>
            <p:grpSpPr>
              <a:xfrm>
                <a:off x="5729970" y="2678194"/>
                <a:ext cx="2590394" cy="1335006"/>
                <a:chOff x="2025605" y="931945"/>
                <a:chExt cx="2590394" cy="1335006"/>
              </a:xfrm>
            </p:grpSpPr>
            <p:grpSp>
              <p:nvGrpSpPr>
                <p:cNvPr id="238" name="组合 237">
                  <a:extLst>
                    <a:ext uri="{FF2B5EF4-FFF2-40B4-BE49-F238E27FC236}">
                      <a16:creationId xmlns:a16="http://schemas.microsoft.com/office/drawing/2014/main" id="{C51D330F-49A9-4E5D-B841-CD19ECD5D054}"/>
                    </a:ext>
                  </a:extLst>
                </p:cNvPr>
                <p:cNvGrpSpPr/>
                <p:nvPr/>
              </p:nvGrpSpPr>
              <p:grpSpPr>
                <a:xfrm>
                  <a:off x="2025605" y="931945"/>
                  <a:ext cx="2590394" cy="1335006"/>
                  <a:chOff x="3041643" y="523621"/>
                  <a:chExt cx="2590394" cy="1335006"/>
                </a:xfrm>
              </p:grpSpPr>
              <p:cxnSp>
                <p:nvCxnSpPr>
                  <p:cNvPr id="240" name="直接连接符 239">
                    <a:extLst>
                      <a:ext uri="{FF2B5EF4-FFF2-40B4-BE49-F238E27FC236}">
                        <a16:creationId xmlns:a16="http://schemas.microsoft.com/office/drawing/2014/main" id="{86B60CF2-9FA0-4621-BBBA-DD2CB6DF363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41" name="组合 240">
                    <a:extLst>
                      <a:ext uri="{FF2B5EF4-FFF2-40B4-BE49-F238E27FC236}">
                        <a16:creationId xmlns:a16="http://schemas.microsoft.com/office/drawing/2014/main" id="{ACB8C81E-E125-4562-B66E-CC9EB8EAAC59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1"/>
                    <a:ext cx="2590394" cy="1335006"/>
                    <a:chOff x="3041643" y="523621"/>
                    <a:chExt cx="2590394" cy="1335006"/>
                  </a:xfrm>
                </p:grpSpPr>
                <p:sp>
                  <p:nvSpPr>
                    <p:cNvPr id="242" name="矩形 241">
                      <a:extLst>
                        <a:ext uri="{FF2B5EF4-FFF2-40B4-BE49-F238E27FC236}">
                          <a16:creationId xmlns:a16="http://schemas.microsoft.com/office/drawing/2014/main" id="{9211062A-EECD-481E-A2F7-24D32F8AFB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1"/>
                      <a:ext cx="2555118" cy="1335006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243" name="文本框 242">
                      <a:extLst>
                        <a:ext uri="{FF2B5EF4-FFF2-40B4-BE49-F238E27FC236}">
                          <a16:creationId xmlns:a16="http://schemas.microsoft.com/office/drawing/2014/main" id="{435BB736-3C17-45B8-AF93-4B9EE91705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253146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Function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Object inner()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4" name="文本框 243">
                      <a:extLst>
                        <a:ext uri="{FF2B5EF4-FFF2-40B4-BE49-F238E27FC236}">
                          <a16:creationId xmlns:a16="http://schemas.microsoft.com/office/drawing/2014/main" id="{F21B173D-26DD-4C89-9CD5-9D910819D3D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869952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closures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45" name="文本框 244">
                      <a:extLst>
                        <a:ext uri="{FF2B5EF4-FFF2-40B4-BE49-F238E27FC236}">
                          <a16:creationId xmlns:a16="http://schemas.microsoft.com/office/drawing/2014/main" id="{6635E6FA-5D41-4519-AFB5-33933BC3E67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441056"/>
                      <a:ext cx="40466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246" name="直接连接符 245">
                      <a:extLst>
                        <a:ext uri="{FF2B5EF4-FFF2-40B4-BE49-F238E27FC236}">
                          <a16:creationId xmlns:a16="http://schemas.microsoft.com/office/drawing/2014/main" id="{D303E209-8E01-4141-BE2D-BFCBB5CBDC7E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7" name="直接连接符 246">
                      <a:extLst>
                        <a:ext uri="{FF2B5EF4-FFF2-40B4-BE49-F238E27FC236}">
                          <a16:creationId xmlns:a16="http://schemas.microsoft.com/office/drawing/2014/main" id="{561DF811-F49B-4ED1-9C24-FF851F86017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122351" y="962802"/>
                      <a:ext cx="0" cy="895825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sp>
              <p:nvSpPr>
                <p:cNvPr id="239" name="文本框 238">
                  <a:extLst>
                    <a:ext uri="{FF2B5EF4-FFF2-40B4-BE49-F238E27FC236}">
                      <a16:creationId xmlns:a16="http://schemas.microsoft.com/office/drawing/2014/main" id="{22E17199-6AC3-4DFD-A2DE-1F9C2519434D}"/>
                    </a:ext>
                  </a:extLst>
                </p:cNvPr>
                <p:cNvSpPr txBox="1"/>
                <p:nvPr/>
              </p:nvSpPr>
              <p:spPr>
                <a:xfrm>
                  <a:off x="3384085" y="1849380"/>
                  <a:ext cx="40466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…</a:t>
                  </a:r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7" name="文本框 236">
                <a:extLst>
                  <a:ext uri="{FF2B5EF4-FFF2-40B4-BE49-F238E27FC236}">
                    <a16:creationId xmlns:a16="http://schemas.microsoft.com/office/drawing/2014/main" id="{B97D3EC1-18E6-43B9-8683-175E297FEC1B}"/>
                  </a:ext>
                </a:extLst>
              </p:cNvPr>
              <p:cNvSpPr txBox="1"/>
              <p:nvPr/>
            </p:nvSpPr>
            <p:spPr>
              <a:xfrm>
                <a:off x="6824867" y="3178615"/>
                <a:ext cx="139293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Tuple(      )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232" name="连接符: 肘形 231">
              <a:extLst>
                <a:ext uri="{FF2B5EF4-FFF2-40B4-BE49-F238E27FC236}">
                  <a16:creationId xmlns:a16="http://schemas.microsoft.com/office/drawing/2014/main" id="{8D2CEFED-6AC8-4689-9A22-265B163DCB80}"/>
                </a:ext>
              </a:extLst>
            </p:cNvPr>
            <p:cNvCxnSpPr>
              <a:cxnSpLocks/>
              <a:endCxn id="260" idx="0"/>
            </p:cNvCxnSpPr>
            <p:nvPr/>
          </p:nvCxnSpPr>
          <p:spPr>
            <a:xfrm>
              <a:off x="2482850" y="1016000"/>
              <a:ext cx="1802404" cy="581386"/>
            </a:xfrm>
            <a:prstGeom prst="bentConnector2">
              <a:avLst/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3" name="椭圆 232">
              <a:extLst>
                <a:ext uri="{FF2B5EF4-FFF2-40B4-BE49-F238E27FC236}">
                  <a16:creationId xmlns:a16="http://schemas.microsoft.com/office/drawing/2014/main" id="{9A5D7344-B4C0-4918-B1A8-6647A6246947}"/>
                </a:ext>
              </a:extLst>
            </p:cNvPr>
            <p:cNvSpPr/>
            <p:nvPr/>
          </p:nvSpPr>
          <p:spPr>
            <a:xfrm>
              <a:off x="2420504" y="951420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34" name="连接符: 肘形 233">
              <a:extLst>
                <a:ext uri="{FF2B5EF4-FFF2-40B4-BE49-F238E27FC236}">
                  <a16:creationId xmlns:a16="http://schemas.microsoft.com/office/drawing/2014/main" id="{9B40A2AF-66D7-468C-9549-120E51213931}"/>
                </a:ext>
              </a:extLst>
            </p:cNvPr>
            <p:cNvCxnSpPr>
              <a:endCxn id="260" idx="2"/>
            </p:cNvCxnSpPr>
            <p:nvPr/>
          </p:nvCxnSpPr>
          <p:spPr>
            <a:xfrm flipV="1">
              <a:off x="2171700" y="2322816"/>
              <a:ext cx="2113554" cy="474827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5" name="椭圆 234">
              <a:extLst>
                <a:ext uri="{FF2B5EF4-FFF2-40B4-BE49-F238E27FC236}">
                  <a16:creationId xmlns:a16="http://schemas.microsoft.com/office/drawing/2014/main" id="{30B782E0-6688-43A0-9D65-D717EF12332D}"/>
                </a:ext>
              </a:extLst>
            </p:cNvPr>
            <p:cNvSpPr/>
            <p:nvPr/>
          </p:nvSpPr>
          <p:spPr>
            <a:xfrm>
              <a:off x="2109355" y="2729702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7" name="乘号 6">
            <a:extLst>
              <a:ext uri="{FF2B5EF4-FFF2-40B4-BE49-F238E27FC236}">
                <a16:creationId xmlns:a16="http://schemas.microsoft.com/office/drawing/2014/main" id="{54086509-D86F-43F4-8510-421E0D4A4C8A}"/>
              </a:ext>
            </a:extLst>
          </p:cNvPr>
          <p:cNvSpPr/>
          <p:nvPr/>
        </p:nvSpPr>
        <p:spPr>
          <a:xfrm>
            <a:off x="9250127" y="997163"/>
            <a:ext cx="504701" cy="475013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3448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组合 89">
            <a:extLst>
              <a:ext uri="{FF2B5EF4-FFF2-40B4-BE49-F238E27FC236}">
                <a16:creationId xmlns:a16="http://schemas.microsoft.com/office/drawing/2014/main" id="{180C8327-5556-4827-BC51-448EB40B6FFE}"/>
              </a:ext>
            </a:extLst>
          </p:cNvPr>
          <p:cNvGrpSpPr/>
          <p:nvPr/>
        </p:nvGrpSpPr>
        <p:grpSpPr>
          <a:xfrm>
            <a:off x="4660048" y="1664604"/>
            <a:ext cx="1358920" cy="725432"/>
            <a:chOff x="6534909" y="436632"/>
            <a:chExt cx="1358920" cy="725432"/>
          </a:xfrm>
        </p:grpSpPr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FFA6BFC9-12DE-47EF-A55F-C827003FA7CB}"/>
                </a:ext>
              </a:extLst>
            </p:cNvPr>
            <p:cNvSpPr/>
            <p:nvPr/>
          </p:nvSpPr>
          <p:spPr>
            <a:xfrm>
              <a:off x="6534909" y="436634"/>
              <a:ext cx="1358920" cy="72543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F0FE486C-28FF-4F44-A40B-4133A5036635}"/>
                </a:ext>
              </a:extLst>
            </p:cNvPr>
            <p:cNvSpPr txBox="1"/>
            <p:nvPr/>
          </p:nvSpPr>
          <p:spPr>
            <a:xfrm>
              <a:off x="6560985" y="436632"/>
              <a:ext cx="13067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Cell Object</a:t>
              </a:r>
              <a:endPara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0CEAF381-0094-4EE6-BCB2-D39081DBCCA8}"/>
                </a:ext>
              </a:extLst>
            </p:cNvPr>
            <p:cNvSpPr txBox="1"/>
            <p:nvPr/>
          </p:nvSpPr>
          <p:spPr>
            <a:xfrm>
              <a:off x="6691629" y="753659"/>
              <a:ext cx="10454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value=10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881337DD-E1D6-479C-9DC2-D3CFF48F1098}"/>
              </a:ext>
            </a:extLst>
          </p:cNvPr>
          <p:cNvGrpSpPr/>
          <p:nvPr/>
        </p:nvGrpSpPr>
        <p:grpSpPr>
          <a:xfrm>
            <a:off x="1092266" y="3079265"/>
            <a:ext cx="2555118" cy="1335006"/>
            <a:chOff x="1720805" y="417595"/>
            <a:chExt cx="2555118" cy="1335006"/>
          </a:xfrm>
        </p:grpSpPr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2E4FB221-B9F8-4C31-904C-54AE54C28F0C}"/>
                </a:ext>
              </a:extLst>
            </p:cNvPr>
            <p:cNvGrpSpPr/>
            <p:nvPr/>
          </p:nvGrpSpPr>
          <p:grpSpPr>
            <a:xfrm>
              <a:off x="1720805" y="417595"/>
              <a:ext cx="2555118" cy="1335006"/>
              <a:chOff x="2025605" y="931945"/>
              <a:chExt cx="2555118" cy="1335006"/>
            </a:xfrm>
          </p:grpSpPr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3DAE7417-5239-427B-A18E-277649525350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55118" cy="1335006"/>
                <a:chOff x="3041643" y="523621"/>
                <a:chExt cx="2555118" cy="1335006"/>
              </a:xfrm>
            </p:grpSpPr>
            <p:cxnSp>
              <p:nvCxnSpPr>
                <p:cNvPr id="9" name="直接连接符 8">
                  <a:extLst>
                    <a:ext uri="{FF2B5EF4-FFF2-40B4-BE49-F238E27FC236}">
                      <a16:creationId xmlns:a16="http://schemas.microsoft.com/office/drawing/2014/main" id="{6D0E9870-E8F8-4FB7-A6A0-2F3403617611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" name="组合 9">
                  <a:extLst>
                    <a:ext uri="{FF2B5EF4-FFF2-40B4-BE49-F238E27FC236}">
                      <a16:creationId xmlns:a16="http://schemas.microsoft.com/office/drawing/2014/main" id="{F87F037B-C92F-406F-B686-D7A520DA4A19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55118" cy="1335006"/>
                  <a:chOff x="3041643" y="523621"/>
                  <a:chExt cx="2555118" cy="1335006"/>
                </a:xfrm>
              </p:grpSpPr>
              <p:sp>
                <p:nvSpPr>
                  <p:cNvPr id="11" name="矩形 10">
                    <a:extLst>
                      <a:ext uri="{FF2B5EF4-FFF2-40B4-BE49-F238E27FC236}">
                        <a16:creationId xmlns:a16="http://schemas.microsoft.com/office/drawing/2014/main" id="{84FA0DD5-C788-46BC-924E-F9E58E7EB76D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2" name="文本框 11">
                    <a:extLst>
                      <a:ext uri="{FF2B5EF4-FFF2-40B4-BE49-F238E27FC236}">
                        <a16:creationId xmlns:a16="http://schemas.microsoft.com/office/drawing/2014/main" id="{4C4BDEE7-0CC9-4D60-8860-E57E6A5F0035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57607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1D3A5D4B-F9B5-4F47-B146-57667EB36FB7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100791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BD29F049-DEA0-4D9C-8C88-8D16676E896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8" name="直接连接符 17">
                    <a:extLst>
                      <a:ext uri="{FF2B5EF4-FFF2-40B4-BE49-F238E27FC236}">
                        <a16:creationId xmlns:a16="http://schemas.microsoft.com/office/drawing/2014/main" id="{809966E5-6114-4396-BF88-E263FC642CA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D140E5D7-1E6D-488B-81C0-CB008E8D98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08487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2C1690A6-110A-43BD-B9DE-7BB86991C277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A5FAEA8F-A6D9-4028-BFAC-BF3D500F4682}"/>
                </a:ext>
              </a:extLst>
            </p:cNvPr>
            <p:cNvSpPr txBox="1"/>
            <p:nvPr/>
          </p:nvSpPr>
          <p:spPr>
            <a:xfrm>
              <a:off x="2798064" y="917459"/>
              <a:ext cx="146021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槽位数组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(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144A7A32-9963-48D7-9F29-C83419B70D1B}"/>
              </a:ext>
            </a:extLst>
          </p:cNvPr>
          <p:cNvGrpSpPr/>
          <p:nvPr/>
        </p:nvGrpSpPr>
        <p:grpSpPr>
          <a:xfrm>
            <a:off x="1092266" y="329598"/>
            <a:ext cx="2590394" cy="1335006"/>
            <a:chOff x="5729970" y="2678194"/>
            <a:chExt cx="2590394" cy="1335006"/>
          </a:xfrm>
        </p:grpSpPr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CCB9AFAD-27E2-4F49-AFC3-F121627AB55E}"/>
                </a:ext>
              </a:extLst>
            </p:cNvPr>
            <p:cNvGrpSpPr/>
            <p:nvPr/>
          </p:nvGrpSpPr>
          <p:grpSpPr>
            <a:xfrm>
              <a:off x="5729970" y="2678194"/>
              <a:ext cx="2590394" cy="1335006"/>
              <a:chOff x="2025605" y="931945"/>
              <a:chExt cx="2590394" cy="1335006"/>
            </a:xfrm>
          </p:grpSpPr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3457CECA-DAFF-4D02-A5CD-10A9A3B66DBD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90394" cy="1335006"/>
                <a:chOff x="3041643" y="523621"/>
                <a:chExt cx="2590394" cy="1335006"/>
              </a:xfrm>
            </p:grpSpPr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4B18D45-136B-4DFB-B963-971B119063A4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组合 36">
                  <a:extLst>
                    <a:ext uri="{FF2B5EF4-FFF2-40B4-BE49-F238E27FC236}">
                      <a16:creationId xmlns:a16="http://schemas.microsoft.com/office/drawing/2014/main" id="{65997647-BEE7-4D77-A6AF-34DDD216743D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90394" cy="1335006"/>
                  <a:chOff x="3041643" y="523621"/>
                  <a:chExt cx="2590394" cy="1335006"/>
                </a:xfrm>
              </p:grpSpPr>
              <p:sp>
                <p:nvSpPr>
                  <p:cNvPr id="38" name="矩形 37">
                    <a:extLst>
                      <a:ext uri="{FF2B5EF4-FFF2-40B4-BE49-F238E27FC236}">
                        <a16:creationId xmlns:a16="http://schemas.microsoft.com/office/drawing/2014/main" id="{49787E65-B3CD-4E9A-97AA-0FE02C043D50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39" name="文本框 38">
                    <a:extLst>
                      <a:ext uri="{FF2B5EF4-FFF2-40B4-BE49-F238E27FC236}">
                        <a16:creationId xmlns:a16="http://schemas.microsoft.com/office/drawing/2014/main" id="{791303A7-A9AD-41F6-8B53-F9248487DE2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253146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Function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Object 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0" name="文本框 39">
                    <a:extLst>
                      <a:ext uri="{FF2B5EF4-FFF2-40B4-BE49-F238E27FC236}">
                        <a16:creationId xmlns:a16="http://schemas.microsoft.com/office/drawing/2014/main" id="{2B813025-9BC4-4550-AB28-75C1D1C331D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86995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closures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3D205C62-5E1F-4ED4-8534-F6D0503C68B6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42" name="直接连接符 41">
                    <a:extLst>
                      <a:ext uri="{FF2B5EF4-FFF2-40B4-BE49-F238E27FC236}">
                        <a16:creationId xmlns:a16="http://schemas.microsoft.com/office/drawing/2014/main" id="{17C57E02-B30B-456B-B183-27FF5525664B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直接连接符 42">
                    <a:extLst>
                      <a:ext uri="{FF2B5EF4-FFF2-40B4-BE49-F238E27FC236}">
                        <a16:creationId xmlns:a16="http://schemas.microsoft.com/office/drawing/2014/main" id="{7540B650-BA9B-4DBB-AD26-E787A838B4F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22351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929DD6A5-341F-41FE-B65D-BEF75BD175EE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8026012F-AEA4-41C1-BA44-8049312235FF}"/>
                </a:ext>
              </a:extLst>
            </p:cNvPr>
            <p:cNvSpPr txBox="1"/>
            <p:nvPr/>
          </p:nvSpPr>
          <p:spPr>
            <a:xfrm>
              <a:off x="6824867" y="3178615"/>
              <a:ext cx="13929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Tuple( 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11" name="连接符: 肘形 110">
            <a:extLst>
              <a:ext uri="{FF2B5EF4-FFF2-40B4-BE49-F238E27FC236}">
                <a16:creationId xmlns:a16="http://schemas.microsoft.com/office/drawing/2014/main" id="{192E5FCE-E107-4C0B-96E1-2FEDB8F0F53B}"/>
              </a:ext>
            </a:extLst>
          </p:cNvPr>
          <p:cNvCxnSpPr>
            <a:cxnSpLocks/>
            <a:endCxn id="60" idx="0"/>
          </p:cNvCxnSpPr>
          <p:nvPr/>
        </p:nvCxnSpPr>
        <p:spPr>
          <a:xfrm>
            <a:off x="2978150" y="1029297"/>
            <a:ext cx="2361358" cy="635309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连接符: 肘形 112">
            <a:extLst>
              <a:ext uri="{FF2B5EF4-FFF2-40B4-BE49-F238E27FC236}">
                <a16:creationId xmlns:a16="http://schemas.microsoft.com/office/drawing/2014/main" id="{0AD260BF-1192-4B69-8A76-C1958737F4D2}"/>
              </a:ext>
            </a:extLst>
          </p:cNvPr>
          <p:cNvCxnSpPr>
            <a:cxnSpLocks/>
            <a:endCxn id="60" idx="2"/>
          </p:cNvCxnSpPr>
          <p:nvPr/>
        </p:nvCxnSpPr>
        <p:spPr>
          <a:xfrm flipV="1">
            <a:off x="3225954" y="2390036"/>
            <a:ext cx="2113554" cy="137753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箭头: 下 1">
            <a:extLst>
              <a:ext uri="{FF2B5EF4-FFF2-40B4-BE49-F238E27FC236}">
                <a16:creationId xmlns:a16="http://schemas.microsoft.com/office/drawing/2014/main" id="{3311EA72-26A1-485B-87D9-D354DE31D886}"/>
              </a:ext>
            </a:extLst>
          </p:cNvPr>
          <p:cNvSpPr/>
          <p:nvPr/>
        </p:nvSpPr>
        <p:spPr>
          <a:xfrm>
            <a:off x="1251121" y="1802452"/>
            <a:ext cx="2229070" cy="1162050"/>
          </a:xfrm>
          <a:prstGeom prst="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调用函数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创建栈帧</a:t>
            </a: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36D1C2D5-6844-4FD3-AC5F-887297C7B823}"/>
              </a:ext>
            </a:extLst>
          </p:cNvPr>
          <p:cNvCxnSpPr>
            <a:cxnSpLocks/>
            <a:endCxn id="11" idx="1"/>
          </p:cNvCxnSpPr>
          <p:nvPr/>
        </p:nvCxnSpPr>
        <p:spPr>
          <a:xfrm rot="5400000" flipH="1" flipV="1">
            <a:off x="362658" y="4093125"/>
            <a:ext cx="1075965" cy="383252"/>
          </a:xfrm>
          <a:prstGeom prst="curvedConnector2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AC580924-B22B-4D02-B3D9-A074D9E71590}"/>
              </a:ext>
            </a:extLst>
          </p:cNvPr>
          <p:cNvSpPr txBox="1"/>
          <p:nvPr/>
        </p:nvSpPr>
        <p:spPr>
          <a:xfrm>
            <a:off x="479280" y="4822733"/>
            <a:ext cx="37727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LOAD_DEREF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指令通过当前           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localsplus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访问单元对象。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ECA5DC5-EC13-4AEA-A68B-7C016A81D1D4}"/>
              </a:ext>
            </a:extLst>
          </p:cNvPr>
          <p:cNvSpPr txBox="1"/>
          <p:nvPr/>
        </p:nvSpPr>
        <p:spPr>
          <a:xfrm>
            <a:off x="3706316" y="3890242"/>
            <a:ext cx="2986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通过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COPY_FREE_VARS  </a:t>
            </a: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指令持有。</a:t>
            </a: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7CEEBB49-490E-4E64-B3B7-0903C2C4C24E}"/>
              </a:ext>
            </a:extLst>
          </p:cNvPr>
          <p:cNvSpPr/>
          <p:nvPr/>
        </p:nvSpPr>
        <p:spPr>
          <a:xfrm>
            <a:off x="2901617" y="96468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B0B1884-C611-44E2-88E9-EEE429895742}"/>
              </a:ext>
            </a:extLst>
          </p:cNvPr>
          <p:cNvSpPr/>
          <p:nvPr/>
        </p:nvSpPr>
        <p:spPr>
          <a:xfrm>
            <a:off x="3175484" y="3705727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6982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0F3A08F0-8EDF-4939-834E-87D674B6FBCC}"/>
              </a:ext>
            </a:extLst>
          </p:cNvPr>
          <p:cNvGrpSpPr/>
          <p:nvPr/>
        </p:nvGrpSpPr>
        <p:grpSpPr>
          <a:xfrm>
            <a:off x="2624436" y="703738"/>
            <a:ext cx="7684732" cy="5648675"/>
            <a:chOff x="1805039" y="1089686"/>
            <a:chExt cx="7684732" cy="5648675"/>
          </a:xfrm>
        </p:grpSpPr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F03AD0CD-7537-4AC3-A68B-4CAE18F4A97B}"/>
                </a:ext>
              </a:extLst>
            </p:cNvPr>
            <p:cNvGrpSpPr/>
            <p:nvPr/>
          </p:nvGrpSpPr>
          <p:grpSpPr>
            <a:xfrm>
              <a:off x="1805039" y="1089686"/>
              <a:ext cx="5907984" cy="5648675"/>
              <a:chOff x="1805039" y="1089686"/>
              <a:chExt cx="5907984" cy="5648675"/>
            </a:xfrm>
          </p:grpSpPr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107751B-7AB6-4C7B-87E1-66480F98E260}"/>
                  </a:ext>
                </a:extLst>
              </p:cNvPr>
              <p:cNvGrpSpPr/>
              <p:nvPr/>
            </p:nvGrpSpPr>
            <p:grpSpPr>
              <a:xfrm>
                <a:off x="1805048" y="6097980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FD6CF64F-6E49-4714-B853-5217DB27FF22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4823CEC3-BF6B-4843-909C-AFECE2D3FB89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27337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工具基础层（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Utils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CD04657F-8646-43AC-9EBD-92A483E7332C}"/>
                    </a:ext>
                  </a:extLst>
                </p:cNvPr>
                <p:cNvSpPr txBox="1"/>
                <p:nvPr/>
              </p:nvSpPr>
              <p:spPr>
                <a:xfrm>
                  <a:off x="3048976" y="6150425"/>
                  <a:ext cx="3467616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内存、容器、位操作等通用基础设施</a:t>
                  </a:r>
                </a:p>
              </p:txBody>
            </p: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17743BF0-6C89-46ED-9A2A-95B2CE34D40F}"/>
                  </a:ext>
                </a:extLst>
              </p:cNvPr>
              <p:cNvGrpSpPr/>
              <p:nvPr/>
            </p:nvGrpSpPr>
            <p:grpSpPr>
              <a:xfrm>
                <a:off x="1805048" y="5274806"/>
                <a:ext cx="5907975" cy="649392"/>
                <a:chOff x="1828798" y="5848598"/>
                <a:chExt cx="5907975" cy="649392"/>
              </a:xfrm>
            </p:grpSpPr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76D3E8DB-BE94-41EC-9A90-70737011C509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C8E1A3B9-2538-4FB4-A0BD-ACA78FB74222}"/>
                    </a:ext>
                  </a:extLst>
                </p:cNvPr>
                <p:cNvSpPr txBox="1"/>
                <p:nvPr/>
              </p:nvSpPr>
              <p:spPr>
                <a:xfrm>
                  <a:off x="3646095" y="5851567"/>
                  <a:ext cx="21050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虚拟机堆（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Heap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858B5998-AA1E-44EB-8286-2E15B0EE75D8}"/>
                    </a:ext>
                  </a:extLst>
                </p:cNvPr>
                <p:cNvSpPr txBox="1"/>
                <p:nvPr/>
              </p:nvSpPr>
              <p:spPr>
                <a:xfrm>
                  <a:off x="2538419" y="6159436"/>
                  <a:ext cx="448872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堆内存空间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堆内存分配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根集合扫描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 / 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机制</a:t>
                  </a:r>
                </a:p>
              </p:txBody>
            </p:sp>
          </p:grpSp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467D0545-0E55-439B-AC25-B28BBB86B1F0}"/>
                  </a:ext>
                </a:extLst>
              </p:cNvPr>
              <p:cNvGrpSpPr/>
              <p:nvPr/>
            </p:nvGrpSpPr>
            <p:grpSpPr>
              <a:xfrm>
                <a:off x="1805045" y="4442621"/>
                <a:ext cx="5907975" cy="649392"/>
                <a:chOff x="1828798" y="5848598"/>
                <a:chExt cx="5907975" cy="649392"/>
              </a:xfrm>
            </p:grpSpPr>
            <p:sp>
              <p:nvSpPr>
                <p:cNvPr id="13" name="矩形 12">
                  <a:extLst>
                    <a:ext uri="{FF2B5EF4-FFF2-40B4-BE49-F238E27FC236}">
                      <a16:creationId xmlns:a16="http://schemas.microsoft.com/office/drawing/2014/main" id="{BC84C3F5-EEA8-4942-AB9D-122E1B9EEC1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557A7A9B-2414-4E87-BBA8-2184ED98D4D5}"/>
                    </a:ext>
                  </a:extLst>
                </p:cNvPr>
                <p:cNvSpPr txBox="1"/>
                <p:nvPr/>
              </p:nvSpPr>
              <p:spPr>
                <a:xfrm>
                  <a:off x="3472969" y="5863095"/>
                  <a:ext cx="261962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句柄机制层（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Handles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FF1537E3-B8C2-496B-9DAC-1A018D8A758A}"/>
                    </a:ext>
                  </a:extLst>
                </p:cNvPr>
                <p:cNvSpPr txBox="1"/>
                <p:nvPr/>
              </p:nvSpPr>
              <p:spPr>
                <a:xfrm>
                  <a:off x="2313196" y="6159436"/>
                  <a:ext cx="49391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为本地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C++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代码持有对象引用提供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GC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安全的中间层</a:t>
                  </a:r>
                </a:p>
              </p:txBody>
            </p:sp>
          </p:grpSp>
          <p:grpSp>
            <p:nvGrpSpPr>
              <p:cNvPr id="16" name="组合 15">
                <a:extLst>
                  <a:ext uri="{FF2B5EF4-FFF2-40B4-BE49-F238E27FC236}">
                    <a16:creationId xmlns:a16="http://schemas.microsoft.com/office/drawing/2014/main" id="{99E3DA58-1EA5-45EF-AFEA-7965431DBA21}"/>
                  </a:ext>
                </a:extLst>
              </p:cNvPr>
              <p:cNvGrpSpPr/>
              <p:nvPr/>
            </p:nvGrpSpPr>
            <p:grpSpPr>
              <a:xfrm>
                <a:off x="1805041" y="3600466"/>
                <a:ext cx="5907975" cy="644887"/>
                <a:chOff x="1828798" y="5848598"/>
                <a:chExt cx="5907975" cy="644887"/>
              </a:xfrm>
            </p:grpSpPr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2D2EC834-6DE8-445A-94F4-6ACE67CF73F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1E41F107-F545-4FFE-BF1A-DEB054FFF2DF}"/>
                    </a:ext>
                  </a:extLst>
                </p:cNvPr>
                <p:cNvSpPr txBox="1"/>
                <p:nvPr/>
              </p:nvSpPr>
              <p:spPr>
                <a:xfrm>
                  <a:off x="3530685" y="5861722"/>
                  <a:ext cx="233589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对象系统（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Objects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72AAFE40-177C-4941-9507-E8FC9B5DBFB2}"/>
                    </a:ext>
                  </a:extLst>
                </p:cNvPr>
                <p:cNvSpPr txBox="1"/>
                <p:nvPr/>
              </p:nvSpPr>
              <p:spPr>
                <a:xfrm>
                  <a:off x="2131263" y="6154931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对象表示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类型元信息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属性查找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方法绑定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多态分派</a:t>
                  </a:r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A7F742D4-89C3-41BC-B36B-4BD6C9A6DA60}"/>
                  </a:ext>
                </a:extLst>
              </p:cNvPr>
              <p:cNvGrpSpPr/>
              <p:nvPr/>
            </p:nvGrpSpPr>
            <p:grpSpPr>
              <a:xfrm>
                <a:off x="1805041" y="2750567"/>
                <a:ext cx="5907975" cy="659194"/>
                <a:chOff x="1805040" y="2678841"/>
                <a:chExt cx="5907975" cy="659194"/>
              </a:xfrm>
            </p:grpSpPr>
            <p:sp>
              <p:nvSpPr>
                <p:cNvPr id="21" name="矩形 20">
                  <a:extLst>
                    <a:ext uri="{FF2B5EF4-FFF2-40B4-BE49-F238E27FC236}">
                      <a16:creationId xmlns:a16="http://schemas.microsoft.com/office/drawing/2014/main" id="{9D0FE972-ACB5-47E4-9CF7-4473755617B5}"/>
                    </a:ext>
                  </a:extLst>
                </p:cNvPr>
                <p:cNvSpPr/>
                <p:nvPr/>
              </p:nvSpPr>
              <p:spPr>
                <a:xfrm>
                  <a:off x="1805040" y="2697654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5" name="直接连接符 24">
                  <a:extLst>
                    <a:ext uri="{FF2B5EF4-FFF2-40B4-BE49-F238E27FC236}">
                      <a16:creationId xmlns:a16="http://schemas.microsoft.com/office/drawing/2014/main" id="{12BB2464-A78B-4103-AB0B-2569F9F11AF6}"/>
                    </a:ext>
                  </a:extLst>
                </p:cNvPr>
                <p:cNvCxnSpPr>
                  <a:stCxn id="21" idx="0"/>
                  <a:endCxn id="21" idx="2"/>
                </p:cNvCxnSpPr>
                <p:nvPr/>
              </p:nvCxnSpPr>
              <p:spPr>
                <a:xfrm>
                  <a:off x="4759028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直接连接符 29">
                  <a:extLst>
                    <a:ext uri="{FF2B5EF4-FFF2-40B4-BE49-F238E27FC236}">
                      <a16:creationId xmlns:a16="http://schemas.microsoft.com/office/drawing/2014/main" id="{9BEDB8E8-44F1-41C8-9290-10AAAD9AECE4}"/>
                    </a:ext>
                  </a:extLst>
                </p:cNvPr>
                <p:cNvCxnSpPr/>
                <p:nvPr/>
              </p:nvCxnSpPr>
              <p:spPr>
                <a:xfrm>
                  <a:off x="3282035" y="2697654"/>
                  <a:ext cx="0" cy="640381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25615C3B-8858-45CA-9303-0444335E5846}"/>
                    </a:ext>
                  </a:extLst>
                </p:cNvPr>
                <p:cNvSpPr txBox="1"/>
                <p:nvPr/>
              </p:nvSpPr>
              <p:spPr>
                <a:xfrm>
                  <a:off x="1998557" y="2703145"/>
                  <a:ext cx="10438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Runtime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005B4467-AA2E-4CE5-9A5A-CC3B4DF350A1}"/>
                    </a:ext>
                  </a:extLst>
                </p:cNvPr>
                <p:cNvSpPr txBox="1"/>
                <p:nvPr/>
              </p:nvSpPr>
              <p:spPr>
                <a:xfrm>
                  <a:off x="1942251" y="2980556"/>
                  <a:ext cx="120257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运行时语义</a:t>
                  </a:r>
                </a:p>
              </p:txBody>
            </p:sp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3A35A509-39B2-4DD6-888A-A2948CC0DDFB}"/>
                    </a:ext>
                  </a:extLst>
                </p:cNvPr>
                <p:cNvSpPr txBox="1"/>
                <p:nvPr/>
              </p:nvSpPr>
              <p:spPr>
                <a:xfrm>
                  <a:off x="3543478" y="2697654"/>
                  <a:ext cx="95410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Builtins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A7F499B5-12A3-4956-8122-3B8F89748721}"/>
                    </a:ext>
                  </a:extLst>
                </p:cNvPr>
                <p:cNvSpPr txBox="1"/>
                <p:nvPr/>
              </p:nvSpPr>
              <p:spPr>
                <a:xfrm>
                  <a:off x="3517829" y="2980556"/>
                  <a:ext cx="100540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内建能力</a:t>
                  </a:r>
                </a:p>
              </p:txBody>
            </p:sp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B5C0000-34B3-4D50-84CD-94F503B5A1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36021" y="2678841"/>
                  <a:ext cx="0" cy="659194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63DAF521-DA27-4C2D-A9B1-5FA6102E6603}"/>
                    </a:ext>
                  </a:extLst>
                </p:cNvPr>
                <p:cNvSpPr txBox="1"/>
                <p:nvPr/>
              </p:nvSpPr>
              <p:spPr>
                <a:xfrm>
                  <a:off x="4981999" y="2688643"/>
                  <a:ext cx="103105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Modules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D9604607-243D-4593-8101-332CA9663CE8}"/>
                    </a:ext>
                  </a:extLst>
                </p:cNvPr>
                <p:cNvSpPr txBox="1"/>
                <p:nvPr/>
              </p:nvSpPr>
              <p:spPr>
                <a:xfrm>
                  <a:off x="4892231" y="2984600"/>
                  <a:ext cx="121058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模块子系统</a:t>
                  </a:r>
                </a:p>
              </p:txBody>
            </p:sp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04D4355F-F497-478F-8A1A-2A53510086D3}"/>
                    </a:ext>
                  </a:extLst>
                </p:cNvPr>
                <p:cNvSpPr txBox="1"/>
                <p:nvPr/>
              </p:nvSpPr>
              <p:spPr>
                <a:xfrm>
                  <a:off x="6625704" y="2685935"/>
                  <a:ext cx="69762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Code</a:t>
                  </a:r>
                  <a:endPara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2971FE4E-11B1-4DE7-8793-3D85D246F2F4}"/>
                    </a:ext>
                  </a:extLst>
                </p:cNvPr>
                <p:cNvSpPr txBox="1"/>
                <p:nvPr/>
              </p:nvSpPr>
              <p:spPr>
                <a:xfrm>
                  <a:off x="6266632" y="2984717"/>
                  <a:ext cx="1415772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代码装载前端</a:t>
                  </a:r>
                </a:p>
              </p:txBody>
            </p:sp>
          </p:grpSp>
          <p:grpSp>
            <p:nvGrpSpPr>
              <p:cNvPr id="44" name="组合 43">
                <a:extLst>
                  <a:ext uri="{FF2B5EF4-FFF2-40B4-BE49-F238E27FC236}">
                    <a16:creationId xmlns:a16="http://schemas.microsoft.com/office/drawing/2014/main" id="{505BA67D-F27B-49A8-B5FC-DE409298DAFE}"/>
                  </a:ext>
                </a:extLst>
              </p:cNvPr>
              <p:cNvGrpSpPr/>
              <p:nvPr/>
            </p:nvGrpSpPr>
            <p:grpSpPr>
              <a:xfrm>
                <a:off x="1805041" y="1929533"/>
                <a:ext cx="5907975" cy="645335"/>
                <a:chOff x="1828798" y="5848598"/>
                <a:chExt cx="5907975" cy="645335"/>
              </a:xfrm>
            </p:grpSpPr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EEE11833-D992-4BAA-ACFE-38C52B5A4FAD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D97CC7B9-C80E-4926-8B8D-118561C288A3}"/>
                    </a:ext>
                  </a:extLst>
                </p:cNvPr>
                <p:cNvSpPr txBox="1"/>
                <p:nvPr/>
              </p:nvSpPr>
              <p:spPr>
                <a:xfrm>
                  <a:off x="3427921" y="5858203"/>
                  <a:ext cx="315567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字节码解释器（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Interpreter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003E4A99-75E6-401A-873E-579985A485D4}"/>
                    </a:ext>
                  </a:extLst>
                </p:cNvPr>
                <p:cNvSpPr txBox="1"/>
                <p:nvPr/>
              </p:nvSpPr>
              <p:spPr>
                <a:xfrm>
                  <a:off x="2215415" y="6155379"/>
                  <a:ext cx="5134739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字节码指令分派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栈帧管理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函数调用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闭包 </a:t>
                  </a:r>
                  <a:r>
                    <a:rPr lang="en-US" altLang="zh-CN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/ </a:t>
                  </a:r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异常处理</a:t>
                  </a:r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BC3F984C-1732-463E-A075-8FF865D65165}"/>
                  </a:ext>
                </a:extLst>
              </p:cNvPr>
              <p:cNvGrpSpPr/>
              <p:nvPr/>
            </p:nvGrpSpPr>
            <p:grpSpPr>
              <a:xfrm>
                <a:off x="1805039" y="1089686"/>
                <a:ext cx="5907975" cy="640381"/>
                <a:chOff x="1828798" y="5848598"/>
                <a:chExt cx="5907975" cy="640381"/>
              </a:xfrm>
            </p:grpSpPr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0672FDB1-EA50-4EFC-AD25-1CF5A3BABDB6}"/>
                    </a:ext>
                  </a:extLst>
                </p:cNvPr>
                <p:cNvSpPr/>
                <p:nvPr/>
              </p:nvSpPr>
              <p:spPr>
                <a:xfrm>
                  <a:off x="1828798" y="5848598"/>
                  <a:ext cx="5907975" cy="640381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A621F50F-33E4-45BD-AA0E-EF5A3712B869}"/>
                    </a:ext>
                  </a:extLst>
                </p:cNvPr>
                <p:cNvSpPr txBox="1"/>
                <p:nvPr/>
              </p:nvSpPr>
              <p:spPr>
                <a:xfrm>
                  <a:off x="3361366" y="5855044"/>
                  <a:ext cx="328878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嵌入接口层（</a:t>
                  </a:r>
                  <a:r>
                    <a:rPr lang="en-US" altLang="zh-CN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Embedder API</a:t>
                  </a:r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）</a:t>
                  </a:r>
                </a:p>
              </p:txBody>
            </p:sp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658077C4-FE9F-4F58-8AA9-A2B2A16ABCEE}"/>
                    </a:ext>
                  </a:extLst>
                </p:cNvPr>
                <p:cNvSpPr txBox="1"/>
                <p:nvPr/>
              </p:nvSpPr>
              <p:spPr>
                <a:xfrm>
                  <a:off x="2464037" y="6136966"/>
                  <a:ext cx="4903907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为宿主程序提供清晰且便于接入的脚本引擎抽象接口</a:t>
                  </a:r>
                </a:p>
              </p:txBody>
            </p:sp>
          </p:grpSp>
        </p:grp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A2BC2419-E877-4602-9AA0-EC9C78C36F48}"/>
                </a:ext>
              </a:extLst>
            </p:cNvPr>
            <p:cNvGrpSpPr/>
            <p:nvPr/>
          </p:nvGrpSpPr>
          <p:grpSpPr>
            <a:xfrm>
              <a:off x="7852784" y="1929533"/>
              <a:ext cx="1636987" cy="1499467"/>
              <a:chOff x="7852784" y="1929533"/>
              <a:chExt cx="1636987" cy="1499467"/>
            </a:xfrm>
          </p:grpSpPr>
          <p:sp>
            <p:nvSpPr>
              <p:cNvPr id="54" name="右中括号 53">
                <a:extLst>
                  <a:ext uri="{FF2B5EF4-FFF2-40B4-BE49-F238E27FC236}">
                    <a16:creationId xmlns:a16="http://schemas.microsoft.com/office/drawing/2014/main" id="{ADDBD5AD-637A-4CF2-B3AF-FA84AF95ED8C}"/>
                  </a:ext>
                </a:extLst>
              </p:cNvPr>
              <p:cNvSpPr/>
              <p:nvPr/>
            </p:nvSpPr>
            <p:spPr>
              <a:xfrm>
                <a:off x="7891152" y="1929533"/>
                <a:ext cx="79347" cy="1499467"/>
              </a:xfrm>
              <a:prstGeom prst="rightBracke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5DD1CB37-D19E-42F7-A30B-528C89B9913C}"/>
                  </a:ext>
                </a:extLst>
              </p:cNvPr>
              <p:cNvSpPr txBox="1"/>
              <p:nvPr/>
            </p:nvSpPr>
            <p:spPr>
              <a:xfrm>
                <a:off x="7852784" y="2405591"/>
                <a:ext cx="163698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执行层</a:t>
                </a:r>
                <a:endPara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（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Execution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）</a:t>
                </a:r>
              </a:p>
            </p:txBody>
          </p:sp>
        </p:grpSp>
      </p:grpSp>
      <p:sp>
        <p:nvSpPr>
          <p:cNvPr id="58" name="右中括号 57">
            <a:extLst>
              <a:ext uri="{FF2B5EF4-FFF2-40B4-BE49-F238E27FC236}">
                <a16:creationId xmlns:a16="http://schemas.microsoft.com/office/drawing/2014/main" id="{D2066D2A-04D8-46C2-9E7C-BBD4CC255A01}"/>
              </a:ext>
            </a:extLst>
          </p:cNvPr>
          <p:cNvSpPr/>
          <p:nvPr/>
        </p:nvSpPr>
        <p:spPr>
          <a:xfrm rot="10800000">
            <a:off x="2366954" y="1553189"/>
            <a:ext cx="84359" cy="4799223"/>
          </a:xfrm>
          <a:prstGeom prst="rightBracket">
            <a:avLst/>
          </a:prstGeom>
          <a:noFill/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C01BBE-632B-4217-9A68-E4E92301ED5F}"/>
              </a:ext>
            </a:extLst>
          </p:cNvPr>
          <p:cNvSpPr txBox="1"/>
          <p:nvPr/>
        </p:nvSpPr>
        <p:spPr>
          <a:xfrm>
            <a:off x="867157" y="3366962"/>
            <a:ext cx="15751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内核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Core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809184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8A3F086D-34F5-49A7-95B0-F906D30549B8}"/>
              </a:ext>
            </a:extLst>
          </p:cNvPr>
          <p:cNvGrpSpPr/>
          <p:nvPr/>
        </p:nvGrpSpPr>
        <p:grpSpPr>
          <a:xfrm>
            <a:off x="4580457" y="166254"/>
            <a:ext cx="3031086" cy="667519"/>
            <a:chOff x="4580456" y="112816"/>
            <a:chExt cx="3031086" cy="667519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95DA7EF6-A193-41D9-AFF1-E3CB063A00B1}"/>
                </a:ext>
              </a:extLst>
            </p:cNvPr>
            <p:cNvSpPr/>
            <p:nvPr/>
          </p:nvSpPr>
          <p:spPr>
            <a:xfrm>
              <a:off x="4580456" y="112816"/>
              <a:ext cx="3031086" cy="667519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6BE1F87-E6ED-42CE-ACB7-2623BDE2E8F0}"/>
                </a:ext>
              </a:extLst>
            </p:cNvPr>
            <p:cNvSpPr txBox="1"/>
            <p:nvPr/>
          </p:nvSpPr>
          <p:spPr>
            <a:xfrm>
              <a:off x="5676653" y="134222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Isolate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562EA8C-D70D-4D67-B4C9-CBBBA4CC1B39}"/>
                </a:ext>
              </a:extLst>
            </p:cNvPr>
            <p:cNvSpPr txBox="1"/>
            <p:nvPr/>
          </p:nvSpPr>
          <p:spPr>
            <a:xfrm>
              <a:off x="4580456" y="441781"/>
              <a:ext cx="303108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一个独立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/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运行时容器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7921AD62-5191-4AA4-A11F-347DBBFD4334}"/>
              </a:ext>
            </a:extLst>
          </p:cNvPr>
          <p:cNvGrpSpPr/>
          <p:nvPr/>
        </p:nvGrpSpPr>
        <p:grpSpPr>
          <a:xfrm>
            <a:off x="5067983" y="1820882"/>
            <a:ext cx="2050090" cy="1474521"/>
            <a:chOff x="4574514" y="1904009"/>
            <a:chExt cx="2050090" cy="1997035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D4A47773-B8F4-4067-B02D-56355E28222A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D6263276-6C5F-4702-BA47-9A427CD21EC2}"/>
                </a:ext>
              </a:extLst>
            </p:cNvPr>
            <p:cNvSpPr txBox="1"/>
            <p:nvPr/>
          </p:nvSpPr>
          <p:spPr>
            <a:xfrm>
              <a:off x="4580455" y="1959549"/>
              <a:ext cx="20441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模块系统相关状态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CE472213-96C2-4558-914D-6756FD01C8B7}"/>
                </a:ext>
              </a:extLst>
            </p:cNvPr>
            <p:cNvSpPr txBox="1"/>
            <p:nvPr/>
          </p:nvSpPr>
          <p:spPr>
            <a:xfrm>
              <a:off x="4574514" y="2366230"/>
              <a:ext cx="1704313" cy="7842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模块导入状态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模块缓存</a:t>
              </a: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A5CC690A-E40A-4EF8-BB8C-4EEC01770E04}"/>
              </a:ext>
            </a:extLst>
          </p:cNvPr>
          <p:cNvGrpSpPr/>
          <p:nvPr/>
        </p:nvGrpSpPr>
        <p:grpSpPr>
          <a:xfrm>
            <a:off x="2705738" y="1820882"/>
            <a:ext cx="2069913" cy="1474521"/>
            <a:chOff x="4554691" y="1904009"/>
            <a:chExt cx="2069913" cy="1997035"/>
          </a:xfrm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B3E79D41-0486-4F8C-AEF3-CC86BB2DDA1C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15B48B81-FA9D-4788-B86F-DF67BA7B9F85}"/>
                </a:ext>
              </a:extLst>
            </p:cNvPr>
            <p:cNvSpPr txBox="1"/>
            <p:nvPr/>
          </p:nvSpPr>
          <p:spPr>
            <a:xfrm>
              <a:off x="4554691" y="1959549"/>
              <a:ext cx="20441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脚本执行相关状态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293F1E25-CE68-4933-A05A-F2B0DDAF6B95}"/>
                </a:ext>
              </a:extLst>
            </p:cNvPr>
            <p:cNvSpPr txBox="1"/>
            <p:nvPr/>
          </p:nvSpPr>
          <p:spPr>
            <a:xfrm>
              <a:off x="4574514" y="2370822"/>
              <a:ext cx="1909497" cy="11560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字节码执行状态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函数调用堆栈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其他执行上下文</a:t>
              </a:r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7DF886E5-433A-46C4-B71A-6E26CA6D1262}"/>
              </a:ext>
            </a:extLst>
          </p:cNvPr>
          <p:cNvGrpSpPr/>
          <p:nvPr/>
        </p:nvGrpSpPr>
        <p:grpSpPr>
          <a:xfrm>
            <a:off x="7404472" y="1820881"/>
            <a:ext cx="2056025" cy="1474522"/>
            <a:chOff x="4568579" y="1904009"/>
            <a:chExt cx="2056025" cy="1997035"/>
          </a:xfrm>
        </p:grpSpPr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8E0B7292-5923-4CD6-9BB8-DB331207BB34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F19999C6-59D9-4618-AC3E-E3173C81A370}"/>
                </a:ext>
              </a:extLst>
            </p:cNvPr>
            <p:cNvSpPr txBox="1"/>
            <p:nvPr/>
          </p:nvSpPr>
          <p:spPr>
            <a:xfrm>
              <a:off x="4929108" y="1959550"/>
              <a:ext cx="1346844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运行时环境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D8AE67E4-46EE-48C0-AEA0-8ECBD4A5BA1D}"/>
                </a:ext>
              </a:extLst>
            </p:cNvPr>
            <p:cNvSpPr txBox="1"/>
            <p:nvPr/>
          </p:nvSpPr>
          <p:spPr>
            <a:xfrm>
              <a:off x="4568579" y="2366231"/>
              <a:ext cx="1909497" cy="10621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内建环境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运行时共享资源</a:t>
              </a: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3F84F941-9053-4450-8D19-E680CC8B08F4}"/>
              </a:ext>
            </a:extLst>
          </p:cNvPr>
          <p:cNvGrpSpPr/>
          <p:nvPr/>
        </p:nvGrpSpPr>
        <p:grpSpPr>
          <a:xfrm>
            <a:off x="363313" y="1820882"/>
            <a:ext cx="2069915" cy="1498260"/>
            <a:chOff x="4554689" y="1904009"/>
            <a:chExt cx="2069915" cy="2029186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04FCC2CB-B5B4-4860-B775-1C8E43E6CE5E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EA3C9880-EB67-4D4D-A079-54F53379E755}"/>
                </a:ext>
              </a:extLst>
            </p:cNvPr>
            <p:cNvSpPr txBox="1"/>
            <p:nvPr/>
          </p:nvSpPr>
          <p:spPr>
            <a:xfrm>
              <a:off x="4554689" y="1959549"/>
              <a:ext cx="2044149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虚拟机堆相关状态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3A7FEC38-6726-4371-A261-B9B210DD9DCE}"/>
                </a:ext>
              </a:extLst>
            </p:cNvPr>
            <p:cNvSpPr txBox="1"/>
            <p:nvPr/>
          </p:nvSpPr>
          <p:spPr>
            <a:xfrm>
              <a:off x="4574514" y="2370822"/>
              <a:ext cx="1909497" cy="15623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堆空间内存资源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堆内存分配情况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垃圾回收状态</a:t>
              </a:r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47CF0A27-90DC-46FA-8343-A278CBF93558}"/>
              </a:ext>
            </a:extLst>
          </p:cNvPr>
          <p:cNvGrpSpPr/>
          <p:nvPr/>
        </p:nvGrpSpPr>
        <p:grpSpPr>
          <a:xfrm>
            <a:off x="9752828" y="1817901"/>
            <a:ext cx="2114681" cy="1474522"/>
            <a:chOff x="4574512" y="1904009"/>
            <a:chExt cx="2114681" cy="1997035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FA37E2C5-3632-4A44-A16B-6592B38DFDFF}"/>
                </a:ext>
              </a:extLst>
            </p:cNvPr>
            <p:cNvSpPr/>
            <p:nvPr/>
          </p:nvSpPr>
          <p:spPr>
            <a:xfrm>
              <a:off x="4580456" y="1904009"/>
              <a:ext cx="2044148" cy="199703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392659A9-CBE7-4338-A119-79BDA6A7CB84}"/>
                </a:ext>
              </a:extLst>
            </p:cNvPr>
            <p:cNvSpPr txBox="1"/>
            <p:nvPr/>
          </p:nvSpPr>
          <p:spPr>
            <a:xfrm>
              <a:off x="4812891" y="1971628"/>
              <a:ext cx="1579278" cy="5002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异常相关状态</a:t>
              </a: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C5E8CA4D-EE1A-43DA-99DD-F41E2EF8EB9D}"/>
                </a:ext>
              </a:extLst>
            </p:cNvPr>
            <p:cNvSpPr txBox="1"/>
            <p:nvPr/>
          </p:nvSpPr>
          <p:spPr>
            <a:xfrm>
              <a:off x="4574512" y="2366231"/>
              <a:ext cx="2114681" cy="10621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待处理异常对象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marL="285750" indent="-285750">
                <a:lnSpc>
                  <a:spcPct val="150000"/>
                </a:lnSpc>
                <a:buFont typeface="Wingdings" panose="05000000000000000000" pitchFamily="2" charset="2"/>
                <a:buChar char="l"/>
              </a:pP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待处理异常上下文</a:t>
              </a:r>
            </a:p>
          </p:txBody>
        </p:sp>
      </p:grp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9DAF8ADC-4053-4EF6-8DB1-1E4D057E13A8}"/>
              </a:ext>
            </a:extLst>
          </p:cNvPr>
          <p:cNvCxnSpPr>
            <a:cxnSpLocks/>
          </p:cNvCxnSpPr>
          <p:nvPr/>
        </p:nvCxnSpPr>
        <p:spPr>
          <a:xfrm>
            <a:off x="1385387" y="1191882"/>
            <a:ext cx="939545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211D6D35-1619-4612-A48B-3DD896801074}"/>
              </a:ext>
            </a:extLst>
          </p:cNvPr>
          <p:cNvCxnSpPr>
            <a:cxnSpLocks/>
          </p:cNvCxnSpPr>
          <p:nvPr/>
        </p:nvCxnSpPr>
        <p:spPr>
          <a:xfrm flipH="1">
            <a:off x="6095999" y="829540"/>
            <a:ext cx="1" cy="98710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53265B45-7F25-4112-A50B-0A76F4473BFF}"/>
              </a:ext>
            </a:extLst>
          </p:cNvPr>
          <p:cNvCxnSpPr>
            <a:cxnSpLocks/>
          </p:cNvCxnSpPr>
          <p:nvPr/>
        </p:nvCxnSpPr>
        <p:spPr>
          <a:xfrm>
            <a:off x="1385388" y="1177853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F49CEABC-2FAA-43ED-AD29-E7FA280D1BEC}"/>
              </a:ext>
            </a:extLst>
          </p:cNvPr>
          <p:cNvCxnSpPr>
            <a:cxnSpLocks/>
          </p:cNvCxnSpPr>
          <p:nvPr/>
        </p:nvCxnSpPr>
        <p:spPr>
          <a:xfrm>
            <a:off x="10780846" y="1177853"/>
            <a:ext cx="0" cy="62987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2BAF1BCF-8208-49F3-9BF6-06574ABE2CDB}"/>
              </a:ext>
            </a:extLst>
          </p:cNvPr>
          <p:cNvCxnSpPr>
            <a:cxnSpLocks/>
          </p:cNvCxnSpPr>
          <p:nvPr/>
        </p:nvCxnSpPr>
        <p:spPr>
          <a:xfrm>
            <a:off x="3752603" y="1176795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7524B7F8-DB89-4AC2-863D-3BBA2A41D5E1}"/>
              </a:ext>
            </a:extLst>
          </p:cNvPr>
          <p:cNvCxnSpPr>
            <a:cxnSpLocks/>
          </p:cNvCxnSpPr>
          <p:nvPr/>
        </p:nvCxnSpPr>
        <p:spPr>
          <a:xfrm>
            <a:off x="8439244" y="1174678"/>
            <a:ext cx="0" cy="6390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左中括号 60">
            <a:extLst>
              <a:ext uri="{FF2B5EF4-FFF2-40B4-BE49-F238E27FC236}">
                <a16:creationId xmlns:a16="http://schemas.microsoft.com/office/drawing/2014/main" id="{669755A7-89DE-475A-9214-0BF00E61F7C6}"/>
              </a:ext>
            </a:extLst>
          </p:cNvPr>
          <p:cNvSpPr/>
          <p:nvPr/>
        </p:nvSpPr>
        <p:spPr>
          <a:xfrm rot="16200000">
            <a:off x="6005214" y="-1260525"/>
            <a:ext cx="108303" cy="9442960"/>
          </a:xfrm>
          <a:prstGeom prst="leftBracket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A149FECD-0F9E-4DD7-A969-598AF93CE7D3}"/>
              </a:ext>
            </a:extLst>
          </p:cNvPr>
          <p:cNvCxnSpPr>
            <a:cxnSpLocks/>
          </p:cNvCxnSpPr>
          <p:nvPr/>
        </p:nvCxnSpPr>
        <p:spPr>
          <a:xfrm>
            <a:off x="6111833" y="3515107"/>
            <a:ext cx="0" cy="36812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E6604CEA-ACDF-463B-8F55-AC6FC3CB20FB}"/>
              </a:ext>
            </a:extLst>
          </p:cNvPr>
          <p:cNvSpPr txBox="1"/>
          <p:nvPr/>
        </p:nvSpPr>
        <p:spPr>
          <a:xfrm>
            <a:off x="3685528" y="3872910"/>
            <a:ext cx="48526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系统中的关键操作都围绕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Isolate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展开</a:t>
            </a:r>
            <a:endParaRPr lang="en-US" altLang="zh-CN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（对象分配、脚本执行、模块导入、异常传播、宿主嵌入）</a:t>
            </a:r>
          </a:p>
        </p:txBody>
      </p:sp>
    </p:spTree>
    <p:extLst>
      <p:ext uri="{BB962C8B-B14F-4D97-AF65-F5344CB8AC3E}">
        <p14:creationId xmlns:p14="http://schemas.microsoft.com/office/powerpoint/2010/main" val="652572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>
            <a:extLst>
              <a:ext uri="{FF2B5EF4-FFF2-40B4-BE49-F238E27FC236}">
                <a16:creationId xmlns:a16="http://schemas.microsoft.com/office/drawing/2014/main" id="{7642DB36-EB4D-4D1D-BC4A-2AC5CBAFF3AE}"/>
              </a:ext>
            </a:extLst>
          </p:cNvPr>
          <p:cNvSpPr txBox="1"/>
          <p:nvPr/>
        </p:nvSpPr>
        <p:spPr>
          <a:xfrm>
            <a:off x="984994" y="1661287"/>
            <a:ext cx="10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MarkWord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E80CFF09-9F2D-45ED-BEF4-1AE61FEFAE6C}"/>
              </a:ext>
            </a:extLst>
          </p:cNvPr>
          <p:cNvGrpSpPr/>
          <p:nvPr/>
        </p:nvGrpSpPr>
        <p:grpSpPr>
          <a:xfrm>
            <a:off x="333243" y="896498"/>
            <a:ext cx="2385461" cy="1834823"/>
            <a:chOff x="333243" y="896498"/>
            <a:chExt cx="2385461" cy="1834823"/>
          </a:xfrm>
        </p:grpSpPr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D55C9007-A18E-41A0-A7B1-D82DB88353AE}"/>
                </a:ext>
              </a:extLst>
            </p:cNvPr>
            <p:cNvGrpSpPr/>
            <p:nvPr/>
          </p:nvGrpSpPr>
          <p:grpSpPr>
            <a:xfrm>
              <a:off x="665016" y="1248105"/>
              <a:ext cx="1721924" cy="1483216"/>
              <a:chOff x="665016" y="1248105"/>
              <a:chExt cx="1721924" cy="1483216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18155401-0C96-454C-9AEA-A088FC5CB8C0}"/>
                  </a:ext>
                </a:extLst>
              </p:cNvPr>
              <p:cNvSpPr/>
              <p:nvPr/>
            </p:nvSpPr>
            <p:spPr>
              <a:xfrm>
                <a:off x="665017" y="1252846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" name="直接连接符 5">
                <a:extLst>
                  <a:ext uri="{FF2B5EF4-FFF2-40B4-BE49-F238E27FC236}">
                    <a16:creationId xmlns:a16="http://schemas.microsoft.com/office/drawing/2014/main" id="{41764BC2-243A-40DA-AA69-B1952A1D15FB}"/>
                  </a:ext>
                </a:extLst>
              </p:cNvPr>
              <p:cNvCxnSpPr/>
              <p:nvPr/>
            </p:nvCxnSpPr>
            <p:spPr>
              <a:xfrm>
                <a:off x="665017" y="1632856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BE98485-E981-48A7-A966-66BC5E5A3B14}"/>
                  </a:ext>
                </a:extLst>
              </p:cNvPr>
              <p:cNvSpPr txBox="1"/>
              <p:nvPr/>
            </p:nvSpPr>
            <p:spPr>
              <a:xfrm>
                <a:off x="971980" y="1248105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8" name="直接连接符 7">
                <a:extLst>
                  <a:ext uri="{FF2B5EF4-FFF2-40B4-BE49-F238E27FC236}">
                    <a16:creationId xmlns:a16="http://schemas.microsoft.com/office/drawing/2014/main" id="{E9F9E636-7336-4602-86E4-92D84E3CD2BA}"/>
                  </a:ext>
                </a:extLst>
              </p:cNvPr>
              <p:cNvCxnSpPr/>
              <p:nvPr/>
            </p:nvCxnSpPr>
            <p:spPr>
              <a:xfrm>
                <a:off x="665016" y="2016825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079EB471-30B9-4BC5-B8A6-D860B8938EB5}"/>
                  </a:ext>
                </a:extLst>
              </p:cNvPr>
              <p:cNvSpPr txBox="1"/>
              <p:nvPr/>
            </p:nvSpPr>
            <p:spPr>
              <a:xfrm>
                <a:off x="1023275" y="2212139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实例字段</a:t>
                </a:r>
              </a:p>
            </p:txBody>
          </p:sp>
        </p:grp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4DE32F67-734D-4578-AA21-F4FE468CC57E}"/>
                </a:ext>
              </a:extLst>
            </p:cNvPr>
            <p:cNvSpPr txBox="1"/>
            <p:nvPr/>
          </p:nvSpPr>
          <p:spPr>
            <a:xfrm>
              <a:off x="333243" y="896498"/>
              <a:ext cx="23854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Example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类型实例对象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A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5EF956D7-9C3F-49B2-95B1-F567B7E7A38D}"/>
              </a:ext>
            </a:extLst>
          </p:cNvPr>
          <p:cNvGrpSpPr/>
          <p:nvPr/>
        </p:nvGrpSpPr>
        <p:grpSpPr>
          <a:xfrm>
            <a:off x="331168" y="3063045"/>
            <a:ext cx="2385461" cy="1815731"/>
            <a:chOff x="331168" y="3063045"/>
            <a:chExt cx="2385461" cy="1815731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679FC618-D7D5-4306-B308-AAF27F7D129E}"/>
                </a:ext>
              </a:extLst>
            </p:cNvPr>
            <p:cNvGrpSpPr/>
            <p:nvPr/>
          </p:nvGrpSpPr>
          <p:grpSpPr>
            <a:xfrm>
              <a:off x="665015" y="3395560"/>
              <a:ext cx="1721924" cy="1483216"/>
              <a:chOff x="665015" y="3395560"/>
              <a:chExt cx="1721924" cy="1483216"/>
            </a:xfrm>
          </p:grpSpPr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B96BFF5F-8BDD-418E-BF55-65005FAE3135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2" name="直接连接符 11">
                <a:extLst>
                  <a:ext uri="{FF2B5EF4-FFF2-40B4-BE49-F238E27FC236}">
                    <a16:creationId xmlns:a16="http://schemas.microsoft.com/office/drawing/2014/main" id="{1AACCD5A-1046-46A3-A6E4-F0D8A985FD4A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A386E7A3-E86F-4112-9594-172009AC92AA}"/>
                  </a:ext>
                </a:extLst>
              </p:cNvPr>
              <p:cNvSpPr txBox="1"/>
              <p:nvPr/>
            </p:nvSpPr>
            <p:spPr>
              <a:xfrm>
                <a:off x="971979" y="3395560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4" name="直接连接符 13">
                <a:extLst>
                  <a:ext uri="{FF2B5EF4-FFF2-40B4-BE49-F238E27FC236}">
                    <a16:creationId xmlns:a16="http://schemas.microsoft.com/office/drawing/2014/main" id="{BC20699C-2EC0-4338-9142-5464EABCC1F5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020B849B-10FB-4E0C-B170-C63437470024}"/>
                  </a:ext>
                </a:extLst>
              </p:cNvPr>
              <p:cNvSpPr txBox="1"/>
              <p:nvPr/>
            </p:nvSpPr>
            <p:spPr>
              <a:xfrm>
                <a:off x="1023274" y="4359594"/>
                <a:ext cx="100540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实例字段</a:t>
                </a:r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3E91DB49-6CAC-4D10-A3EC-44954C708ED5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16F98883-49D7-4963-A5E6-A5677C710272}"/>
                </a:ext>
              </a:extLst>
            </p:cNvPr>
            <p:cNvSpPr txBox="1"/>
            <p:nvPr/>
          </p:nvSpPr>
          <p:spPr>
            <a:xfrm>
              <a:off x="331168" y="3063045"/>
              <a:ext cx="23854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Example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类型实例对象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B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1866AA9A-B0FE-4A81-AADB-105A7B057B1C}"/>
              </a:ext>
            </a:extLst>
          </p:cNvPr>
          <p:cNvGrpSpPr/>
          <p:nvPr/>
        </p:nvGrpSpPr>
        <p:grpSpPr>
          <a:xfrm>
            <a:off x="3873548" y="2361541"/>
            <a:ext cx="1907895" cy="1838399"/>
            <a:chOff x="4388955" y="2170107"/>
            <a:chExt cx="1907895" cy="1838399"/>
          </a:xfrm>
        </p:grpSpPr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9FD5F8C3-4CC1-4579-9A8F-87037B7A7004}"/>
                </a:ext>
              </a:extLst>
            </p:cNvPr>
            <p:cNvSpPr txBox="1"/>
            <p:nvPr/>
          </p:nvSpPr>
          <p:spPr>
            <a:xfrm>
              <a:off x="4698227" y="2573759"/>
              <a:ext cx="114486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type_object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6ED47EC5-F638-4DF3-8447-4A78598990E0}"/>
                </a:ext>
              </a:extLst>
            </p:cNvPr>
            <p:cNvGrpSpPr/>
            <p:nvPr/>
          </p:nvGrpSpPr>
          <p:grpSpPr>
            <a:xfrm>
              <a:off x="4388955" y="2170107"/>
              <a:ext cx="1907895" cy="1838399"/>
              <a:chOff x="644269" y="1252846"/>
              <a:chExt cx="1907895" cy="1136578"/>
            </a:xfrm>
          </p:grpSpPr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88B0AD57-3F49-43EC-93FF-5BBF2740FF08}"/>
                  </a:ext>
                </a:extLst>
              </p:cNvPr>
              <p:cNvSpPr/>
              <p:nvPr/>
            </p:nvSpPr>
            <p:spPr>
              <a:xfrm>
                <a:off x="665017" y="1252846"/>
                <a:ext cx="1866406" cy="1136577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47" name="直接连接符 46">
                <a:extLst>
                  <a:ext uri="{FF2B5EF4-FFF2-40B4-BE49-F238E27FC236}">
                    <a16:creationId xmlns:a16="http://schemas.microsoft.com/office/drawing/2014/main" id="{689AF57C-5E6B-49C2-89FD-E672EA96EB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488143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2429EAAD-D07F-405C-A9D0-B7CCB236E76C}"/>
                  </a:ext>
                </a:extLst>
              </p:cNvPr>
              <p:cNvSpPr txBox="1"/>
              <p:nvPr/>
            </p:nvSpPr>
            <p:spPr>
              <a:xfrm>
                <a:off x="1164337" y="1260171"/>
                <a:ext cx="72327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Klass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49" name="直接连接符 48">
                <a:extLst>
                  <a:ext uri="{FF2B5EF4-FFF2-40B4-BE49-F238E27FC236}">
                    <a16:creationId xmlns:a16="http://schemas.microsoft.com/office/drawing/2014/main" id="{67D9BA3D-5F7A-4367-8EC0-D84F3DDF2E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706466"/>
                <a:ext cx="186641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2D20532A-72DF-4A32-A872-749B3F25FD4B}"/>
                  </a:ext>
                </a:extLst>
              </p:cNvPr>
              <p:cNvSpPr txBox="1"/>
              <p:nvPr/>
            </p:nvSpPr>
            <p:spPr>
              <a:xfrm>
                <a:off x="644269" y="1723441"/>
                <a:ext cx="1907895" cy="665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类型名称：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example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行为分派：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父类关系：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类型特征：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</a:p>
            </p:txBody>
          </p:sp>
        </p:grpSp>
      </p:grpSp>
      <p:sp>
        <p:nvSpPr>
          <p:cNvPr id="45" name="文本框 44">
            <a:extLst>
              <a:ext uri="{FF2B5EF4-FFF2-40B4-BE49-F238E27FC236}">
                <a16:creationId xmlns:a16="http://schemas.microsoft.com/office/drawing/2014/main" id="{7441FFBA-6700-49C8-90F2-E2873D703B0C}"/>
              </a:ext>
            </a:extLst>
          </p:cNvPr>
          <p:cNvSpPr txBox="1"/>
          <p:nvPr/>
        </p:nvSpPr>
        <p:spPr>
          <a:xfrm>
            <a:off x="3662753" y="2011097"/>
            <a:ext cx="232948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Klass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</a:t>
            </a:r>
          </a:p>
        </p:txBody>
      </p:sp>
      <p:cxnSp>
        <p:nvCxnSpPr>
          <p:cNvPr id="57" name="连接符: 曲线 56">
            <a:extLst>
              <a:ext uri="{FF2B5EF4-FFF2-40B4-BE49-F238E27FC236}">
                <a16:creationId xmlns:a16="http://schemas.microsoft.com/office/drawing/2014/main" id="{407D7055-9EF9-4580-8AA9-A11F9B825731}"/>
              </a:ext>
            </a:extLst>
          </p:cNvPr>
          <p:cNvCxnSpPr>
            <a:cxnSpLocks/>
          </p:cNvCxnSpPr>
          <p:nvPr/>
        </p:nvCxnSpPr>
        <p:spPr>
          <a:xfrm>
            <a:off x="2397316" y="1830564"/>
            <a:ext cx="1501748" cy="1347844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连接符: 曲线 61">
            <a:extLst>
              <a:ext uri="{FF2B5EF4-FFF2-40B4-BE49-F238E27FC236}">
                <a16:creationId xmlns:a16="http://schemas.microsoft.com/office/drawing/2014/main" id="{AAC1EC3B-1867-411A-9BE3-880EE5D043DA}"/>
              </a:ext>
            </a:extLst>
          </p:cNvPr>
          <p:cNvCxnSpPr>
            <a:cxnSpLocks/>
          </p:cNvCxnSpPr>
          <p:nvPr/>
        </p:nvCxnSpPr>
        <p:spPr>
          <a:xfrm flipV="1">
            <a:off x="2397098" y="3420203"/>
            <a:ext cx="1491384" cy="557817"/>
          </a:xfrm>
          <a:prstGeom prst="curved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椭圆 66">
            <a:extLst>
              <a:ext uri="{FF2B5EF4-FFF2-40B4-BE49-F238E27FC236}">
                <a16:creationId xmlns:a16="http://schemas.microsoft.com/office/drawing/2014/main" id="{375CDB7E-5B84-44E5-A534-E42BDBA9D8F0}"/>
              </a:ext>
            </a:extLst>
          </p:cNvPr>
          <p:cNvSpPr/>
          <p:nvPr/>
        </p:nvSpPr>
        <p:spPr>
          <a:xfrm>
            <a:off x="2318651" y="176848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FF4DF6AA-9DED-48E3-9451-156B158EBD08}"/>
              </a:ext>
            </a:extLst>
          </p:cNvPr>
          <p:cNvSpPr/>
          <p:nvPr/>
        </p:nvSpPr>
        <p:spPr>
          <a:xfrm>
            <a:off x="2318227" y="3901302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2F880B74-7B97-4E14-A17D-A2331D29CC14}"/>
              </a:ext>
            </a:extLst>
          </p:cNvPr>
          <p:cNvSpPr txBox="1"/>
          <p:nvPr/>
        </p:nvSpPr>
        <p:spPr>
          <a:xfrm>
            <a:off x="6293522" y="2080939"/>
            <a:ext cx="18389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Example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类型对象</a:t>
            </a:r>
          </a:p>
        </p:txBody>
      </p: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A521F215-E110-4BAE-9DDD-8B84AA3D6B0E}"/>
              </a:ext>
            </a:extLst>
          </p:cNvPr>
          <p:cNvGrpSpPr/>
          <p:nvPr/>
        </p:nvGrpSpPr>
        <p:grpSpPr>
          <a:xfrm>
            <a:off x="6340028" y="2437191"/>
            <a:ext cx="1733945" cy="1482433"/>
            <a:chOff x="6760691" y="751185"/>
            <a:chExt cx="1733945" cy="1482433"/>
          </a:xfrm>
        </p:grpSpPr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198D16BC-FB79-4B26-904D-3EB28BAEFF0A}"/>
                </a:ext>
              </a:extLst>
            </p:cNvPr>
            <p:cNvGrpSpPr/>
            <p:nvPr/>
          </p:nvGrpSpPr>
          <p:grpSpPr>
            <a:xfrm>
              <a:off x="6772712" y="751185"/>
              <a:ext cx="1721924" cy="1482433"/>
              <a:chOff x="665015" y="3396343"/>
              <a:chExt cx="1721924" cy="1482433"/>
            </a:xfrm>
          </p:grpSpPr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FEE1DCA2-1D42-4BD4-B917-58709B92DAC7}"/>
                  </a:ext>
                </a:extLst>
              </p:cNvPr>
              <p:cNvSpPr/>
              <p:nvPr/>
            </p:nvSpPr>
            <p:spPr>
              <a:xfrm>
                <a:off x="665016" y="3400301"/>
                <a:ext cx="1721923" cy="147847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3" name="直接连接符 72">
                <a:extLst>
                  <a:ext uri="{FF2B5EF4-FFF2-40B4-BE49-F238E27FC236}">
                    <a16:creationId xmlns:a16="http://schemas.microsoft.com/office/drawing/2014/main" id="{F931DCDD-E607-441A-B2AD-E477AA13356F}"/>
                  </a:ext>
                </a:extLst>
              </p:cNvPr>
              <p:cNvCxnSpPr/>
              <p:nvPr/>
            </p:nvCxnSpPr>
            <p:spPr>
              <a:xfrm>
                <a:off x="665016" y="3780311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4" name="文本框 73">
                <a:extLst>
                  <a:ext uri="{FF2B5EF4-FFF2-40B4-BE49-F238E27FC236}">
                    <a16:creationId xmlns:a16="http://schemas.microsoft.com/office/drawing/2014/main" id="{71ECDDBD-0BCE-4B8F-86FF-4B27547910AD}"/>
                  </a:ext>
                </a:extLst>
              </p:cNvPr>
              <p:cNvSpPr txBox="1"/>
              <p:nvPr/>
            </p:nvSpPr>
            <p:spPr>
              <a:xfrm>
                <a:off x="730466" y="3396343"/>
                <a:ext cx="15910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PyTypeObject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328F4662-6D88-4A32-A2B1-F4B042D40B90}"/>
                  </a:ext>
                </a:extLst>
              </p:cNvPr>
              <p:cNvCxnSpPr/>
              <p:nvPr/>
            </p:nvCxnSpPr>
            <p:spPr>
              <a:xfrm>
                <a:off x="665015" y="4164280"/>
                <a:ext cx="1721923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60EF75A5-FE9E-4AE6-A4D8-A0BD37EB69F8}"/>
                  </a:ext>
                </a:extLst>
              </p:cNvPr>
              <p:cNvSpPr txBox="1"/>
              <p:nvPr/>
            </p:nvSpPr>
            <p:spPr>
              <a:xfrm>
                <a:off x="1000026" y="4159265"/>
                <a:ext cx="105189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own_klass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77" name="文本框 76">
                <a:extLst>
                  <a:ext uri="{FF2B5EF4-FFF2-40B4-BE49-F238E27FC236}">
                    <a16:creationId xmlns:a16="http://schemas.microsoft.com/office/drawing/2014/main" id="{7474F95E-C8AC-40FA-A4D5-2FB511CA00A7}"/>
                  </a:ext>
                </a:extLst>
              </p:cNvPr>
              <p:cNvSpPr txBox="1"/>
              <p:nvPr/>
            </p:nvSpPr>
            <p:spPr>
              <a:xfrm>
                <a:off x="984993" y="3808742"/>
                <a:ext cx="108196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MarkWord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245A7461-E8A3-46D4-9D45-8C2DC35D1063}"/>
                </a:ext>
              </a:extLst>
            </p:cNvPr>
            <p:cNvCxnSpPr/>
            <p:nvPr/>
          </p:nvCxnSpPr>
          <p:spPr>
            <a:xfrm>
              <a:off x="6760691" y="1852661"/>
              <a:ext cx="1721923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2825FBA2-9367-47C0-B56A-F658706A97A0}"/>
                </a:ext>
              </a:extLst>
            </p:cNvPr>
            <p:cNvSpPr txBox="1"/>
            <p:nvPr/>
          </p:nvSpPr>
          <p:spPr>
            <a:xfrm>
              <a:off x="7426727" y="1850153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05F18BB9-1674-4749-B625-8B3DDD4658D7}"/>
              </a:ext>
            </a:extLst>
          </p:cNvPr>
          <p:cNvGrpSpPr/>
          <p:nvPr/>
        </p:nvGrpSpPr>
        <p:grpSpPr>
          <a:xfrm>
            <a:off x="8644579" y="2563367"/>
            <a:ext cx="2129625" cy="742206"/>
            <a:chOff x="4409697" y="2170109"/>
            <a:chExt cx="2129625" cy="742206"/>
          </a:xfrm>
        </p:grpSpPr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93C1E67C-B9CB-4CF8-AFFE-C5EA8300B205}"/>
                </a:ext>
              </a:extLst>
            </p:cNvPr>
            <p:cNvSpPr txBox="1"/>
            <p:nvPr/>
          </p:nvSpPr>
          <p:spPr>
            <a:xfrm>
              <a:off x="5279583" y="2550697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01482BD0-5609-42E2-B5D2-E637D45D9DA4}"/>
                </a:ext>
              </a:extLst>
            </p:cNvPr>
            <p:cNvGrpSpPr/>
            <p:nvPr/>
          </p:nvGrpSpPr>
          <p:grpSpPr>
            <a:xfrm>
              <a:off x="4409697" y="2170109"/>
              <a:ext cx="2129625" cy="742206"/>
              <a:chOff x="665011" y="1252847"/>
              <a:chExt cx="2129625" cy="458864"/>
            </a:xfrm>
          </p:grpSpPr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2CCFED46-266E-41BF-9DF6-156E1A4981EE}"/>
                  </a:ext>
                </a:extLst>
              </p:cNvPr>
              <p:cNvSpPr/>
              <p:nvPr/>
            </p:nvSpPr>
            <p:spPr>
              <a:xfrm>
                <a:off x="665017" y="1252847"/>
                <a:ext cx="2129616" cy="458864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85" name="直接连接符 84">
                <a:extLst>
                  <a:ext uri="{FF2B5EF4-FFF2-40B4-BE49-F238E27FC236}">
                    <a16:creationId xmlns:a16="http://schemas.microsoft.com/office/drawing/2014/main" id="{0088D041-D7CE-4C24-A396-AE4171EC1F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5011" y="1488143"/>
                <a:ext cx="2129622" cy="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E5E678FC-28C9-4233-A385-35F89AE8136C}"/>
                  </a:ext>
                </a:extLst>
              </p:cNvPr>
              <p:cNvSpPr txBox="1"/>
              <p:nvPr/>
            </p:nvSpPr>
            <p:spPr>
              <a:xfrm>
                <a:off x="665014" y="1255319"/>
                <a:ext cx="2129622" cy="2283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PyTypeObjectKlass</a:t>
                </a:r>
                <a:endParaRPr lang="zh-CN" alt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cxnSp>
        <p:nvCxnSpPr>
          <p:cNvPr id="98" name="连接符: 肘形 97">
            <a:extLst>
              <a:ext uri="{FF2B5EF4-FFF2-40B4-BE49-F238E27FC236}">
                <a16:creationId xmlns:a16="http://schemas.microsoft.com/office/drawing/2014/main" id="{C281DD88-CD8E-4DDA-9B95-BE1DA65D5EBB}"/>
              </a:ext>
            </a:extLst>
          </p:cNvPr>
          <p:cNvCxnSpPr/>
          <p:nvPr/>
        </p:nvCxnSpPr>
        <p:spPr>
          <a:xfrm rot="10800000" flipV="1">
            <a:off x="6537366" y="3401497"/>
            <a:ext cx="1536606" cy="1223941"/>
          </a:xfrm>
          <a:prstGeom prst="bentConnector3">
            <a:avLst>
              <a:gd name="adj1" fmla="val -1453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连接符: 肘形 100">
            <a:extLst>
              <a:ext uri="{FF2B5EF4-FFF2-40B4-BE49-F238E27FC236}">
                <a16:creationId xmlns:a16="http://schemas.microsoft.com/office/drawing/2014/main" id="{F8466D39-0EE4-451E-8133-136CD697B7A9}"/>
              </a:ext>
            </a:extLst>
          </p:cNvPr>
          <p:cNvCxnSpPr>
            <a:cxnSpLocks/>
          </p:cNvCxnSpPr>
          <p:nvPr/>
        </p:nvCxnSpPr>
        <p:spPr>
          <a:xfrm rot="10800000">
            <a:off x="4827496" y="4205878"/>
            <a:ext cx="1781122" cy="41956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椭圆 101">
            <a:extLst>
              <a:ext uri="{FF2B5EF4-FFF2-40B4-BE49-F238E27FC236}">
                <a16:creationId xmlns:a16="http://schemas.microsoft.com/office/drawing/2014/main" id="{4E064788-E588-487C-886A-A6365B20BFE6}"/>
              </a:ext>
            </a:extLst>
          </p:cNvPr>
          <p:cNvSpPr/>
          <p:nvPr/>
        </p:nvSpPr>
        <p:spPr>
          <a:xfrm>
            <a:off x="8011774" y="3345319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2A273123-A6E2-41FF-AA27-FF238FD86604}"/>
              </a:ext>
            </a:extLst>
          </p:cNvPr>
          <p:cNvSpPr txBox="1"/>
          <p:nvPr/>
        </p:nvSpPr>
        <p:spPr>
          <a:xfrm>
            <a:off x="8486173" y="2221553"/>
            <a:ext cx="2505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内建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type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Klass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</a:t>
            </a:r>
          </a:p>
        </p:txBody>
      </p:sp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E35C879A-C899-438B-AD73-F7E9CC7522FA}"/>
              </a:ext>
            </a:extLst>
          </p:cNvPr>
          <p:cNvGrpSpPr/>
          <p:nvPr/>
        </p:nvGrpSpPr>
        <p:grpSpPr>
          <a:xfrm>
            <a:off x="5694345" y="2867884"/>
            <a:ext cx="645683" cy="136566"/>
            <a:chOff x="5694345" y="2867884"/>
            <a:chExt cx="645683" cy="136566"/>
          </a:xfrm>
        </p:grpSpPr>
        <p:cxnSp>
          <p:nvCxnSpPr>
            <p:cNvPr id="91" name="直接箭头连接符 90">
              <a:extLst>
                <a:ext uri="{FF2B5EF4-FFF2-40B4-BE49-F238E27FC236}">
                  <a16:creationId xmlns:a16="http://schemas.microsoft.com/office/drawing/2014/main" id="{93980F45-8CC6-47B1-8949-A73E07546102}"/>
                </a:ext>
              </a:extLst>
            </p:cNvPr>
            <p:cNvCxnSpPr/>
            <p:nvPr/>
          </p:nvCxnSpPr>
          <p:spPr>
            <a:xfrm>
              <a:off x="5760702" y="2934470"/>
              <a:ext cx="5793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5" name="椭圆 104">
              <a:extLst>
                <a:ext uri="{FF2B5EF4-FFF2-40B4-BE49-F238E27FC236}">
                  <a16:creationId xmlns:a16="http://schemas.microsoft.com/office/drawing/2014/main" id="{8A02E1F9-D03B-4996-A90C-20836E06460E}"/>
                </a:ext>
              </a:extLst>
            </p:cNvPr>
            <p:cNvSpPr/>
            <p:nvPr/>
          </p:nvSpPr>
          <p:spPr>
            <a:xfrm>
              <a:off x="5694345" y="286788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68984EA2-814A-421F-883C-4FEB772CDB61}"/>
              </a:ext>
            </a:extLst>
          </p:cNvPr>
          <p:cNvGrpSpPr/>
          <p:nvPr/>
        </p:nvGrpSpPr>
        <p:grpSpPr>
          <a:xfrm>
            <a:off x="8008513" y="2937301"/>
            <a:ext cx="645683" cy="136566"/>
            <a:chOff x="5694345" y="2867884"/>
            <a:chExt cx="645683" cy="136566"/>
          </a:xfrm>
        </p:grpSpPr>
        <p:cxnSp>
          <p:nvCxnSpPr>
            <p:cNvPr id="108" name="直接箭头连接符 107">
              <a:extLst>
                <a:ext uri="{FF2B5EF4-FFF2-40B4-BE49-F238E27FC236}">
                  <a16:creationId xmlns:a16="http://schemas.microsoft.com/office/drawing/2014/main" id="{CA013DDF-D630-49D7-867F-479263F7E84D}"/>
                </a:ext>
              </a:extLst>
            </p:cNvPr>
            <p:cNvCxnSpPr/>
            <p:nvPr/>
          </p:nvCxnSpPr>
          <p:spPr>
            <a:xfrm>
              <a:off x="5760702" y="2934470"/>
              <a:ext cx="5793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椭圆 108">
              <a:extLst>
                <a:ext uri="{FF2B5EF4-FFF2-40B4-BE49-F238E27FC236}">
                  <a16:creationId xmlns:a16="http://schemas.microsoft.com/office/drawing/2014/main" id="{86B3510B-1B09-40E0-8CE5-6982DEEA9D3F}"/>
                </a:ext>
              </a:extLst>
            </p:cNvPr>
            <p:cNvSpPr/>
            <p:nvPr/>
          </p:nvSpPr>
          <p:spPr>
            <a:xfrm>
              <a:off x="5694345" y="2867884"/>
              <a:ext cx="136566" cy="13656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16747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06B96C9-4F50-49C5-B182-2D9E93DF9F61}"/>
              </a:ext>
            </a:extLst>
          </p:cNvPr>
          <p:cNvSpPr/>
          <p:nvPr/>
        </p:nvSpPr>
        <p:spPr>
          <a:xfrm>
            <a:off x="237506" y="3071256"/>
            <a:ext cx="1335975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字节码指令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5088EBE-9A9B-403D-85B0-C1D69A10786A}"/>
              </a:ext>
            </a:extLst>
          </p:cNvPr>
          <p:cNvSpPr/>
          <p:nvPr/>
        </p:nvSpPr>
        <p:spPr>
          <a:xfrm>
            <a:off x="1945574" y="3071256"/>
            <a:ext cx="1290453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DISPATCH()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流程图: 决策 5">
            <a:extLst>
              <a:ext uri="{FF2B5EF4-FFF2-40B4-BE49-F238E27FC236}">
                <a16:creationId xmlns:a16="http://schemas.microsoft.com/office/drawing/2014/main" id="{9C0CB8EF-4745-49AD-B0D4-36AAECF580F5}"/>
              </a:ext>
            </a:extLst>
          </p:cNvPr>
          <p:cNvSpPr/>
          <p:nvPr/>
        </p:nvSpPr>
        <p:spPr>
          <a:xfrm>
            <a:off x="3608120" y="2774001"/>
            <a:ext cx="2847109" cy="1309998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ExceptionState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有待处理异常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54F097-C31C-450E-A2AC-56B8960D0C9D}"/>
              </a:ext>
            </a:extLst>
          </p:cNvPr>
          <p:cNvSpPr/>
          <p:nvPr/>
        </p:nvSpPr>
        <p:spPr>
          <a:xfrm>
            <a:off x="4247160" y="4755573"/>
            <a:ext cx="1569028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跳转到下一条指令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CDE0169F-7335-41B1-8A4E-CA92CA0C3125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573481" y="3431969"/>
            <a:ext cx="37209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9C936D72-54A3-4A47-9F94-81DA01F0251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236027" y="3429000"/>
            <a:ext cx="372093" cy="29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6D332E1F-D0E1-454D-9F79-0E219B4C84E9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5031674" y="4083999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79FA2FBE-EA0A-4C1A-903E-64612347A903}"/>
              </a:ext>
            </a:extLst>
          </p:cNvPr>
          <p:cNvCxnSpPr>
            <a:stCxn id="7" idx="1"/>
            <a:endCxn id="4" idx="2"/>
          </p:cNvCxnSpPr>
          <p:nvPr/>
        </p:nvCxnSpPr>
        <p:spPr>
          <a:xfrm rot="10800000">
            <a:off x="905494" y="3792682"/>
            <a:ext cx="3341666" cy="132360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箭头: 上弧形 16">
            <a:extLst>
              <a:ext uri="{FF2B5EF4-FFF2-40B4-BE49-F238E27FC236}">
                <a16:creationId xmlns:a16="http://schemas.microsoft.com/office/drawing/2014/main" id="{5FCBA98E-0F47-43D3-93C6-2E60C57C647B}"/>
              </a:ext>
            </a:extLst>
          </p:cNvPr>
          <p:cNvSpPr/>
          <p:nvPr/>
        </p:nvSpPr>
        <p:spPr>
          <a:xfrm>
            <a:off x="2369127" y="4062104"/>
            <a:ext cx="789710" cy="504702"/>
          </a:xfrm>
          <a:prstGeom prst="curved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C02E4F0-01C7-45C5-A0A0-A89093063A8E}"/>
              </a:ext>
            </a:extLst>
          </p:cNvPr>
          <p:cNvSpPr txBox="1"/>
          <p:nvPr/>
        </p:nvSpPr>
        <p:spPr>
          <a:xfrm>
            <a:off x="2056096" y="46722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解释器主循环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D9B05A9-0493-4293-B5DA-3C829751A07F}"/>
              </a:ext>
            </a:extLst>
          </p:cNvPr>
          <p:cNvSpPr txBox="1"/>
          <p:nvPr/>
        </p:nvSpPr>
        <p:spPr>
          <a:xfrm>
            <a:off x="5041654" y="4228252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450E87F-1524-419F-AB4E-E76577A3FAD6}"/>
              </a:ext>
            </a:extLst>
          </p:cNvPr>
          <p:cNvSpPr/>
          <p:nvPr/>
        </p:nvSpPr>
        <p:spPr>
          <a:xfrm>
            <a:off x="3809505" y="1381001"/>
            <a:ext cx="2444337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pending_exception_unwind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29568522-AC4D-46D2-8638-701E0519EA6A}"/>
              </a:ext>
            </a:extLst>
          </p:cNvPr>
          <p:cNvCxnSpPr>
            <a:stCxn id="6" idx="0"/>
            <a:endCxn id="24" idx="2"/>
          </p:cNvCxnSpPr>
          <p:nvPr/>
        </p:nvCxnSpPr>
        <p:spPr>
          <a:xfrm flipH="1" flipV="1">
            <a:off x="5031674" y="2102427"/>
            <a:ext cx="1" cy="671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0F1D5E8B-883E-45E2-A5F4-A8E59C7E48A8}"/>
              </a:ext>
            </a:extLst>
          </p:cNvPr>
          <p:cNvSpPr txBox="1"/>
          <p:nvPr/>
        </p:nvSpPr>
        <p:spPr>
          <a:xfrm>
            <a:off x="5073484" y="2291194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178BD1B-3E88-40E6-9BF4-6D89F141DA39}"/>
              </a:ext>
            </a:extLst>
          </p:cNvPr>
          <p:cNvSpPr/>
          <p:nvPr/>
        </p:nvSpPr>
        <p:spPr>
          <a:xfrm>
            <a:off x="7180487" y="1399926"/>
            <a:ext cx="2729840" cy="7214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根据当前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查询栈帧异常表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LookupHandler()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E02CF3A4-5B9E-4C6B-B654-D483A556E4EB}"/>
              </a:ext>
            </a:extLst>
          </p:cNvPr>
          <p:cNvCxnSpPr>
            <a:stCxn id="24" idx="3"/>
            <a:endCxn id="30" idx="1"/>
          </p:cNvCxnSpPr>
          <p:nvPr/>
        </p:nvCxnSpPr>
        <p:spPr>
          <a:xfrm>
            <a:off x="6253842" y="1741714"/>
            <a:ext cx="926645" cy="1892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流程图: 决策 32">
            <a:extLst>
              <a:ext uri="{FF2B5EF4-FFF2-40B4-BE49-F238E27FC236}">
                <a16:creationId xmlns:a16="http://schemas.microsoft.com/office/drawing/2014/main" id="{2C2CBFC9-8C83-4F2C-A163-81FBA669583C}"/>
              </a:ext>
            </a:extLst>
          </p:cNvPr>
          <p:cNvSpPr/>
          <p:nvPr/>
        </p:nvSpPr>
        <p:spPr>
          <a:xfrm>
            <a:off x="7543055" y="2651973"/>
            <a:ext cx="2004704" cy="893619"/>
          </a:xfrm>
          <a:prstGeom prst="flowChartDecision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命中异常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handler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B6537823-5F38-411D-AD64-49DB0FDD9C21}"/>
              </a:ext>
            </a:extLst>
          </p:cNvPr>
          <p:cNvSpPr/>
          <p:nvPr/>
        </p:nvSpPr>
        <p:spPr>
          <a:xfrm>
            <a:off x="6142794" y="4009408"/>
            <a:ext cx="2247124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恢复操作数栈深度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异常对象压入操作数栈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跳到异常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9B07E46-E766-43C8-8E14-A1CC1423B99C}"/>
              </a:ext>
            </a:extLst>
          </p:cNvPr>
          <p:cNvSpPr/>
          <p:nvPr/>
        </p:nvSpPr>
        <p:spPr>
          <a:xfrm>
            <a:off x="8716524" y="4009407"/>
            <a:ext cx="2247124" cy="87363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UnwindCurrentFrame()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弹出当前栈帧</a:t>
            </a: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回溯到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caller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调用点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E933DFBC-8F76-49EB-A43B-E043E2A53F4C}"/>
              </a:ext>
            </a:extLst>
          </p:cNvPr>
          <p:cNvCxnSpPr>
            <a:stCxn id="33" idx="3"/>
            <a:endCxn id="40" idx="0"/>
          </p:cNvCxnSpPr>
          <p:nvPr/>
        </p:nvCxnSpPr>
        <p:spPr>
          <a:xfrm>
            <a:off x="9547759" y="3098783"/>
            <a:ext cx="292327" cy="91062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BB474B1E-2B8E-477D-8486-561138BAACB9}"/>
              </a:ext>
            </a:extLst>
          </p:cNvPr>
          <p:cNvCxnSpPr>
            <a:stCxn id="33" idx="1"/>
            <a:endCxn id="39" idx="0"/>
          </p:cNvCxnSpPr>
          <p:nvPr/>
        </p:nvCxnSpPr>
        <p:spPr>
          <a:xfrm rot="10800000" flipV="1">
            <a:off x="7266357" y="3098782"/>
            <a:ext cx="276699" cy="910625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9B954EAC-70C6-4B02-BA4A-EB92B77EB3C5}"/>
              </a:ext>
            </a:extLst>
          </p:cNvPr>
          <p:cNvCxnSpPr>
            <a:cxnSpLocks/>
            <a:stCxn id="30" idx="2"/>
            <a:endCxn id="33" idx="0"/>
          </p:cNvCxnSpPr>
          <p:nvPr/>
        </p:nvCxnSpPr>
        <p:spPr>
          <a:xfrm>
            <a:off x="8545407" y="2121352"/>
            <a:ext cx="0" cy="5306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8CABC55E-AD97-47BD-B0E3-654019C18A6D}"/>
              </a:ext>
            </a:extLst>
          </p:cNvPr>
          <p:cNvSpPr/>
          <p:nvPr/>
        </p:nvSpPr>
        <p:spPr>
          <a:xfrm>
            <a:off x="8378042" y="5039095"/>
            <a:ext cx="344384" cy="34438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9AF4F870-7C1E-4F1C-8923-7F840E41973B}"/>
              </a:ext>
            </a:extLst>
          </p:cNvPr>
          <p:cNvCxnSpPr>
            <a:stCxn id="39" idx="2"/>
            <a:endCxn id="52" idx="2"/>
          </p:cNvCxnSpPr>
          <p:nvPr/>
        </p:nvCxnSpPr>
        <p:spPr>
          <a:xfrm rot="16200000" flipH="1">
            <a:off x="7658076" y="4491321"/>
            <a:ext cx="328246" cy="1111686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C6F817C2-DCC3-4D62-BBF4-BDB2B5ABBDBF}"/>
              </a:ext>
            </a:extLst>
          </p:cNvPr>
          <p:cNvCxnSpPr>
            <a:stCxn id="40" idx="2"/>
            <a:endCxn id="52" idx="6"/>
          </p:cNvCxnSpPr>
          <p:nvPr/>
        </p:nvCxnSpPr>
        <p:spPr>
          <a:xfrm rot="5400000">
            <a:off x="9117133" y="4488333"/>
            <a:ext cx="328247" cy="1117660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连接符: 肘形 59">
            <a:extLst>
              <a:ext uri="{FF2B5EF4-FFF2-40B4-BE49-F238E27FC236}">
                <a16:creationId xmlns:a16="http://schemas.microsoft.com/office/drawing/2014/main" id="{FD65D9A3-92C8-4478-832E-D3285C8E3D61}"/>
              </a:ext>
            </a:extLst>
          </p:cNvPr>
          <p:cNvCxnSpPr>
            <a:stCxn id="52" idx="4"/>
          </p:cNvCxnSpPr>
          <p:nvPr/>
        </p:nvCxnSpPr>
        <p:spPr>
          <a:xfrm rot="5400000" flipH="1" flipV="1">
            <a:off x="7636824" y="1869374"/>
            <a:ext cx="4427515" cy="2600696"/>
          </a:xfrm>
          <a:prstGeom prst="bentConnector3">
            <a:avLst>
              <a:gd name="adj1" fmla="val -315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197453C0-A1DD-4CB8-81E9-E5AC0FF7135C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2678" y="955964"/>
            <a:ext cx="8560129" cy="211529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05CC132C-8F93-45B5-9D45-B3E64B3A55E0}"/>
              </a:ext>
            </a:extLst>
          </p:cNvPr>
          <p:cNvSpPr txBox="1"/>
          <p:nvPr/>
        </p:nvSpPr>
        <p:spPr>
          <a:xfrm>
            <a:off x="6698596" y="3365796"/>
            <a:ext cx="5653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60A54A8-1A03-47F2-B13B-5005C6F5B248}"/>
              </a:ext>
            </a:extLst>
          </p:cNvPr>
          <p:cNvSpPr txBox="1"/>
          <p:nvPr/>
        </p:nvSpPr>
        <p:spPr>
          <a:xfrm>
            <a:off x="9839447" y="3365795"/>
            <a:ext cx="6190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63488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组合 80">
            <a:extLst>
              <a:ext uri="{FF2B5EF4-FFF2-40B4-BE49-F238E27FC236}">
                <a16:creationId xmlns:a16="http://schemas.microsoft.com/office/drawing/2014/main" id="{66B41604-5A0F-491A-8A0B-289C589C4D9D}"/>
              </a:ext>
            </a:extLst>
          </p:cNvPr>
          <p:cNvGrpSpPr/>
          <p:nvPr/>
        </p:nvGrpSpPr>
        <p:grpSpPr>
          <a:xfrm>
            <a:off x="190005" y="465578"/>
            <a:ext cx="11473050" cy="5968708"/>
            <a:chOff x="190005" y="465578"/>
            <a:chExt cx="11473050" cy="5968708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302CA85E-8ED9-47F1-9FB3-E6B9833634AD}"/>
                </a:ext>
              </a:extLst>
            </p:cNvPr>
            <p:cNvSpPr/>
            <p:nvPr/>
          </p:nvSpPr>
          <p:spPr>
            <a:xfrm>
              <a:off x="190005" y="3927770"/>
              <a:ext cx="2303813" cy="109253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VM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发起属性访问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GetAttr(self, prop_name)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7" name="流程图: 决策 6">
              <a:extLst>
                <a:ext uri="{FF2B5EF4-FFF2-40B4-BE49-F238E27FC236}">
                  <a16:creationId xmlns:a16="http://schemas.microsoft.com/office/drawing/2014/main" id="{7B3219A0-D93F-4B48-8F4F-E5315DD5F498}"/>
                </a:ext>
              </a:extLst>
            </p:cNvPr>
            <p:cNvSpPr/>
            <p:nvPr/>
          </p:nvSpPr>
          <p:spPr>
            <a:xfrm>
              <a:off x="3010395" y="3706592"/>
              <a:ext cx="2012867" cy="1534886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60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在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self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的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实例字典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中找到</a:t>
              </a:r>
            </a:p>
            <a:p>
              <a:pPr algn="ctr"/>
              <a:endParaRPr lang="zh-CN" altLang="en-US" dirty="0"/>
            </a:p>
          </p:txBody>
        </p: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90BE1378-100B-4D1D-8C9B-E01FA7292868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2493818" y="4474035"/>
              <a:ext cx="51657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流程图: 决策 9">
              <a:extLst>
                <a:ext uri="{FF2B5EF4-FFF2-40B4-BE49-F238E27FC236}">
                  <a16:creationId xmlns:a16="http://schemas.microsoft.com/office/drawing/2014/main" id="{580E734C-6816-4231-85EC-B1B78C91EF35}"/>
                </a:ext>
              </a:extLst>
            </p:cNvPr>
            <p:cNvSpPr/>
            <p:nvPr/>
          </p:nvSpPr>
          <p:spPr>
            <a:xfrm>
              <a:off x="5836723" y="3568294"/>
              <a:ext cx="2282042" cy="1811482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 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遍历基类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Klass,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在某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基类字典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中找到</a:t>
              </a:r>
              <a:endParaRPr lang="zh-CN" altLang="en-US" dirty="0"/>
            </a:p>
          </p:txBody>
        </p: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088261F5-EDFE-4A72-8425-DD309755DEC6}"/>
                </a:ext>
              </a:extLst>
            </p:cNvPr>
            <p:cNvCxnSpPr>
              <a:stCxn id="7" idx="3"/>
              <a:endCxn id="10" idx="1"/>
            </p:cNvCxnSpPr>
            <p:nvPr/>
          </p:nvCxnSpPr>
          <p:spPr>
            <a:xfrm>
              <a:off x="5023262" y="4474035"/>
              <a:ext cx="81346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流程图: 决策 12">
              <a:extLst>
                <a:ext uri="{FF2B5EF4-FFF2-40B4-BE49-F238E27FC236}">
                  <a16:creationId xmlns:a16="http://schemas.microsoft.com/office/drawing/2014/main" id="{61236325-45D6-4C7C-A199-B5CE84B80A3D}"/>
                </a:ext>
              </a:extLst>
            </p:cNvPr>
            <p:cNvSpPr/>
            <p:nvPr/>
          </p:nvSpPr>
          <p:spPr>
            <a:xfrm>
              <a:off x="5971306" y="2230875"/>
              <a:ext cx="2012867" cy="905741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属性值为函数对象</a:t>
              </a:r>
              <a:endParaRPr lang="zh-CN" altLang="en-US" dirty="0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676F58BD-68DF-4D75-8D74-EB51A35999A7}"/>
                </a:ext>
              </a:extLst>
            </p:cNvPr>
            <p:cNvSpPr/>
            <p:nvPr/>
          </p:nvSpPr>
          <p:spPr>
            <a:xfrm>
              <a:off x="6429990" y="1198824"/>
              <a:ext cx="1095501" cy="721426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构造绑定方法</a:t>
              </a:r>
            </a:p>
          </p:txBody>
        </p:sp>
        <p:sp>
          <p:nvSpPr>
            <p:cNvPr id="19" name="流程图: 决策 18">
              <a:extLst>
                <a:ext uri="{FF2B5EF4-FFF2-40B4-BE49-F238E27FC236}">
                  <a16:creationId xmlns:a16="http://schemas.microsoft.com/office/drawing/2014/main" id="{C888B8F4-6D05-489B-8E32-9D95FFC189FF}"/>
                </a:ext>
              </a:extLst>
            </p:cNvPr>
            <p:cNvSpPr/>
            <p:nvPr/>
          </p:nvSpPr>
          <p:spPr>
            <a:xfrm>
              <a:off x="8984675" y="3568294"/>
              <a:ext cx="2282042" cy="1811482"/>
            </a:xfrm>
            <a:prstGeom prst="flowChartDecision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 </a:t>
              </a:r>
              <a:r>
                <a:rPr lang="zh-CN" altLang="en-US" sz="160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查找，某基类存在</a:t>
              </a:r>
              <a:r>
                <a:rPr lang="en-US" altLang="zh-CN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__getter__</a:t>
              </a:r>
              <a:r>
                <a:rPr lang="zh-CN" altLang="en-US" sz="1600" b="1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方法</a:t>
              </a:r>
              <a:endParaRPr lang="zh-CN" altLang="en-US" b="1" dirty="0"/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AF56E395-EBDC-443A-A26A-C785C6F382A3}"/>
                </a:ext>
              </a:extLst>
            </p:cNvPr>
            <p:cNvCxnSpPr>
              <a:stCxn id="10" idx="3"/>
              <a:endCxn id="19" idx="1"/>
            </p:cNvCxnSpPr>
            <p:nvPr/>
          </p:nvCxnSpPr>
          <p:spPr>
            <a:xfrm>
              <a:off x="8118765" y="4474035"/>
              <a:ext cx="86591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D423C0EA-A76D-40DF-9361-18DFE95FA539}"/>
                </a:ext>
              </a:extLst>
            </p:cNvPr>
            <p:cNvSpPr/>
            <p:nvPr/>
          </p:nvSpPr>
          <p:spPr>
            <a:xfrm>
              <a:off x="9388435" y="465578"/>
              <a:ext cx="1474520" cy="59275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返回查找结果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7449FBF9-0D14-47C4-9E9E-6448FA9C1930}"/>
                </a:ext>
              </a:extLst>
            </p:cNvPr>
            <p:cNvSpPr/>
            <p:nvPr/>
          </p:nvSpPr>
          <p:spPr>
            <a:xfrm>
              <a:off x="8588334" y="1946471"/>
              <a:ext cx="3074721" cy="40710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__getattr__(self, prop_name)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AA40D37C-DC1C-4B04-9A79-2020CE7415A3}"/>
                </a:ext>
              </a:extLst>
            </p:cNvPr>
            <p:cNvCxnSpPr>
              <a:cxnSpLocks/>
              <a:stCxn id="19" idx="0"/>
              <a:endCxn id="23" idx="2"/>
            </p:cNvCxnSpPr>
            <p:nvPr/>
          </p:nvCxnSpPr>
          <p:spPr>
            <a:xfrm flipH="1" flipV="1">
              <a:off x="10125695" y="2353571"/>
              <a:ext cx="1" cy="121472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72BB373D-0010-4570-BF28-689DD8E6BEB8}"/>
                </a:ext>
              </a:extLst>
            </p:cNvPr>
            <p:cNvCxnSpPr>
              <a:stCxn id="23" idx="0"/>
              <a:endCxn id="22" idx="2"/>
            </p:cNvCxnSpPr>
            <p:nvPr/>
          </p:nvCxnSpPr>
          <p:spPr>
            <a:xfrm flipV="1">
              <a:off x="10125695" y="1058328"/>
              <a:ext cx="0" cy="88814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88EFFE89-8FEA-406C-A55F-E4FDC9D4E9E1}"/>
                </a:ext>
              </a:extLst>
            </p:cNvPr>
            <p:cNvCxnSpPr>
              <a:stCxn id="10" idx="0"/>
              <a:endCxn id="13" idx="2"/>
            </p:cNvCxnSpPr>
            <p:nvPr/>
          </p:nvCxnSpPr>
          <p:spPr>
            <a:xfrm flipH="1" flipV="1">
              <a:off x="6977740" y="3136616"/>
              <a:ext cx="4" cy="43167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AC6AD1C9-ECC7-4113-9F40-6B0996084597}"/>
                </a:ext>
              </a:extLst>
            </p:cNvPr>
            <p:cNvCxnSpPr>
              <a:stCxn id="13" idx="0"/>
              <a:endCxn id="16" idx="2"/>
            </p:cNvCxnSpPr>
            <p:nvPr/>
          </p:nvCxnSpPr>
          <p:spPr>
            <a:xfrm flipV="1">
              <a:off x="6977740" y="1920250"/>
              <a:ext cx="1" cy="31062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675B25A2-5055-4960-BB23-17AE9D2BF799}"/>
                </a:ext>
              </a:extLst>
            </p:cNvPr>
            <p:cNvSpPr/>
            <p:nvPr/>
          </p:nvSpPr>
          <p:spPr>
            <a:xfrm>
              <a:off x="8920348" y="5841536"/>
              <a:ext cx="2410691" cy="592750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抛出</a:t>
              </a:r>
              <a:r>
                <a:rPr lang="en-US" altLang="zh-CN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AttributeError </a:t>
              </a:r>
              <a:r>
                <a:rPr lang="zh-CN" altLang="en-US" sz="1600" dirty="0">
                  <a:solidFill>
                    <a:srgbClr val="FF0000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异常 </a:t>
              </a: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C412E01F-40AC-4385-A92C-757325A1B9AE}"/>
                </a:ext>
              </a:extLst>
            </p:cNvPr>
            <p:cNvSpPr txBox="1"/>
            <p:nvPr/>
          </p:nvSpPr>
          <p:spPr>
            <a:xfrm>
              <a:off x="6977740" y="3257511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53AC945C-497B-4050-80A2-6277F13E9698}"/>
                </a:ext>
              </a:extLst>
            </p:cNvPr>
            <p:cNvSpPr txBox="1"/>
            <p:nvPr/>
          </p:nvSpPr>
          <p:spPr>
            <a:xfrm>
              <a:off x="6977740" y="1929827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椭圆 60">
              <a:extLst>
                <a:ext uri="{FF2B5EF4-FFF2-40B4-BE49-F238E27FC236}">
                  <a16:creationId xmlns:a16="http://schemas.microsoft.com/office/drawing/2014/main" id="{37C938E2-6203-479A-8714-590D2889C9A2}"/>
                </a:ext>
              </a:extLst>
            </p:cNvPr>
            <p:cNvSpPr/>
            <p:nvPr/>
          </p:nvSpPr>
          <p:spPr>
            <a:xfrm>
              <a:off x="6805547" y="589761"/>
              <a:ext cx="344384" cy="34438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0" name="组合 79">
              <a:extLst>
                <a:ext uri="{FF2B5EF4-FFF2-40B4-BE49-F238E27FC236}">
                  <a16:creationId xmlns:a16="http://schemas.microsoft.com/office/drawing/2014/main" id="{3D52E42E-BBF0-4F90-9E1C-5346C3EB0530}"/>
                </a:ext>
              </a:extLst>
            </p:cNvPr>
            <p:cNvGrpSpPr/>
            <p:nvPr/>
          </p:nvGrpSpPr>
          <p:grpSpPr>
            <a:xfrm>
              <a:off x="10125694" y="5339729"/>
              <a:ext cx="671979" cy="501807"/>
              <a:chOff x="10066607" y="5707865"/>
              <a:chExt cx="671979" cy="501807"/>
            </a:xfrm>
          </p:grpSpPr>
          <p:cxnSp>
            <p:nvCxnSpPr>
              <p:cNvPr id="56" name="直接箭头连接符 55">
                <a:extLst>
                  <a:ext uri="{FF2B5EF4-FFF2-40B4-BE49-F238E27FC236}">
                    <a16:creationId xmlns:a16="http://schemas.microsoft.com/office/drawing/2014/main" id="{9CC7C6D0-579A-46CA-B17B-C26CD698D9EC}"/>
                  </a:ext>
                </a:extLst>
              </p:cNvPr>
              <p:cNvCxnSpPr>
                <a:stCxn id="19" idx="2"/>
                <a:endCxn id="52" idx="0"/>
              </p:cNvCxnSpPr>
              <p:nvPr/>
            </p:nvCxnSpPr>
            <p:spPr>
              <a:xfrm flipH="1">
                <a:off x="10072545" y="5747912"/>
                <a:ext cx="2" cy="46176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14384B4F-187D-40BA-8FF4-9612845BE4D3}"/>
                  </a:ext>
                </a:extLst>
              </p:cNvPr>
              <p:cNvSpPr txBox="1"/>
              <p:nvPr/>
            </p:nvSpPr>
            <p:spPr>
              <a:xfrm>
                <a:off x="10066607" y="5707865"/>
                <a:ext cx="6719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False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C259A2A9-DADC-4C67-8BCA-1233DC8FDC9B}"/>
                </a:ext>
              </a:extLst>
            </p:cNvPr>
            <p:cNvCxnSpPr>
              <a:stCxn id="16" idx="0"/>
              <a:endCxn id="61" idx="4"/>
            </p:cNvCxnSpPr>
            <p:nvPr/>
          </p:nvCxnSpPr>
          <p:spPr>
            <a:xfrm flipH="1" flipV="1">
              <a:off x="6977739" y="934145"/>
              <a:ext cx="2" cy="26467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接箭头连接符 67">
              <a:extLst>
                <a:ext uri="{FF2B5EF4-FFF2-40B4-BE49-F238E27FC236}">
                  <a16:creationId xmlns:a16="http://schemas.microsoft.com/office/drawing/2014/main" id="{B5D487C0-898F-44DE-9433-FB685AB49B68}"/>
                </a:ext>
              </a:extLst>
            </p:cNvPr>
            <p:cNvCxnSpPr>
              <a:stCxn id="61" idx="6"/>
              <a:endCxn id="22" idx="1"/>
            </p:cNvCxnSpPr>
            <p:nvPr/>
          </p:nvCxnSpPr>
          <p:spPr>
            <a:xfrm>
              <a:off x="7149931" y="761953"/>
              <a:ext cx="223850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椭圆 68">
              <a:extLst>
                <a:ext uri="{FF2B5EF4-FFF2-40B4-BE49-F238E27FC236}">
                  <a16:creationId xmlns:a16="http://schemas.microsoft.com/office/drawing/2014/main" id="{167C3B2A-C7A3-44EF-BB51-A6B2465E0F98}"/>
                </a:ext>
              </a:extLst>
            </p:cNvPr>
            <p:cNvSpPr/>
            <p:nvPr/>
          </p:nvSpPr>
          <p:spPr>
            <a:xfrm>
              <a:off x="3844636" y="2511553"/>
              <a:ext cx="344384" cy="344384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80E7FB36-4211-439D-A3F7-61F1C0E4A232}"/>
                </a:ext>
              </a:extLst>
            </p:cNvPr>
            <p:cNvCxnSpPr>
              <a:stCxn id="7" idx="0"/>
              <a:endCxn id="69" idx="4"/>
            </p:cNvCxnSpPr>
            <p:nvPr/>
          </p:nvCxnSpPr>
          <p:spPr>
            <a:xfrm flipH="1" flipV="1">
              <a:off x="4016828" y="2855937"/>
              <a:ext cx="1" cy="85065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C414AABE-3017-40D2-B13F-E090CBBEE463}"/>
                </a:ext>
              </a:extLst>
            </p:cNvPr>
            <p:cNvCxnSpPr>
              <a:stCxn id="13" idx="1"/>
              <a:endCxn id="69" idx="6"/>
            </p:cNvCxnSpPr>
            <p:nvPr/>
          </p:nvCxnSpPr>
          <p:spPr>
            <a:xfrm flipH="1" flipV="1">
              <a:off x="4189020" y="2683745"/>
              <a:ext cx="1782286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连接符: 肘形 74">
              <a:extLst>
                <a:ext uri="{FF2B5EF4-FFF2-40B4-BE49-F238E27FC236}">
                  <a16:creationId xmlns:a16="http://schemas.microsoft.com/office/drawing/2014/main" id="{9742A328-160A-4DA8-9F65-3462141243C7}"/>
                </a:ext>
              </a:extLst>
            </p:cNvPr>
            <p:cNvCxnSpPr>
              <a:stCxn id="69" idx="0"/>
              <a:endCxn id="61" idx="2"/>
            </p:cNvCxnSpPr>
            <p:nvPr/>
          </p:nvCxnSpPr>
          <p:spPr>
            <a:xfrm rot="5400000" flipH="1" flipV="1">
              <a:off x="4536387" y="242394"/>
              <a:ext cx="1749600" cy="2788719"/>
            </a:xfrm>
            <a:prstGeom prst="bentConnector2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71BD45FB-5972-4AC7-9E3F-B2942BC17C1A}"/>
                </a:ext>
              </a:extLst>
            </p:cNvPr>
            <p:cNvSpPr txBox="1"/>
            <p:nvPr/>
          </p:nvSpPr>
          <p:spPr>
            <a:xfrm>
              <a:off x="4016827" y="3060864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08A13D07-4323-4C14-9263-4660002B0D76}"/>
                </a:ext>
              </a:extLst>
            </p:cNvPr>
            <p:cNvSpPr txBox="1"/>
            <p:nvPr/>
          </p:nvSpPr>
          <p:spPr>
            <a:xfrm>
              <a:off x="4978218" y="4104703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False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507CBB88-F92E-4ED9-A44B-E36807DEFFE3}"/>
                </a:ext>
              </a:extLst>
            </p:cNvPr>
            <p:cNvSpPr txBox="1"/>
            <p:nvPr/>
          </p:nvSpPr>
          <p:spPr>
            <a:xfrm>
              <a:off x="8118765" y="4104703"/>
              <a:ext cx="671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False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BA9DF710-A889-4C6F-A4EA-E8260276646B}"/>
                </a:ext>
              </a:extLst>
            </p:cNvPr>
            <p:cNvSpPr txBox="1"/>
            <p:nvPr/>
          </p:nvSpPr>
          <p:spPr>
            <a:xfrm>
              <a:off x="10125693" y="3031282"/>
              <a:ext cx="6286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True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82" name="文本框 81">
            <a:extLst>
              <a:ext uri="{FF2B5EF4-FFF2-40B4-BE49-F238E27FC236}">
                <a16:creationId xmlns:a16="http://schemas.microsoft.com/office/drawing/2014/main" id="{A8D8E90C-6688-4FC6-97E5-5CBF5C44F9A6}"/>
              </a:ext>
            </a:extLst>
          </p:cNvPr>
          <p:cNvSpPr txBox="1"/>
          <p:nvPr/>
        </p:nvSpPr>
        <p:spPr>
          <a:xfrm>
            <a:off x="5312573" y="2328850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2174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255870C9-4868-43B9-BBE2-A11C36687D37}"/>
              </a:ext>
            </a:extLst>
          </p:cNvPr>
          <p:cNvSpPr/>
          <p:nvPr/>
        </p:nvSpPr>
        <p:spPr>
          <a:xfrm>
            <a:off x="142504" y="2848596"/>
            <a:ext cx="2339439" cy="1160807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调用对象核心行为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例如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Add(self, other)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Equal(self, other)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2EB3E49-F3C1-4361-A16D-86EAA08F668A}"/>
              </a:ext>
            </a:extLst>
          </p:cNvPr>
          <p:cNvSpPr/>
          <p:nvPr/>
        </p:nvSpPr>
        <p:spPr>
          <a:xfrm>
            <a:off x="100940" y="4625439"/>
            <a:ext cx="2422566" cy="84406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获取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self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对象对应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Klass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实体，并进一步获取其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KlassVtable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DFF13DB9-3C64-4B83-B372-C44B65BEDFFD}"/>
              </a:ext>
            </a:extLst>
          </p:cNvPr>
          <p:cNvGrpSpPr/>
          <p:nvPr/>
        </p:nvGrpSpPr>
        <p:grpSpPr>
          <a:xfrm>
            <a:off x="2826327" y="2719234"/>
            <a:ext cx="1377301" cy="1414473"/>
            <a:chOff x="5955475" y="2416627"/>
            <a:chExt cx="1377301" cy="1414473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B460ADB-2BBB-45BB-B649-EF700FD0D360}"/>
                </a:ext>
              </a:extLst>
            </p:cNvPr>
            <p:cNvSpPr/>
            <p:nvPr/>
          </p:nvSpPr>
          <p:spPr>
            <a:xfrm>
              <a:off x="5955476" y="2416627"/>
              <a:ext cx="1377300" cy="1414473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8833E980-8096-4613-BEC4-7DE486B54134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2796639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CC4FFCF7-A649-4EB2-89A2-4E10E3359FCC}"/>
                </a:ext>
              </a:extLst>
            </p:cNvPr>
            <p:cNvSpPr txBox="1"/>
            <p:nvPr/>
          </p:nvSpPr>
          <p:spPr>
            <a:xfrm>
              <a:off x="5955476" y="2439181"/>
              <a:ext cx="13773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KlassVtable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B7D0A64C-CA8A-419F-A1B9-ADDD10A5A2AB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3146961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BD929BEF-92FA-429B-89DB-FC6223D5A084}"/>
                </a:ext>
              </a:extLst>
            </p:cNvPr>
            <p:cNvSpPr txBox="1"/>
            <p:nvPr/>
          </p:nvSpPr>
          <p:spPr>
            <a:xfrm>
              <a:off x="5955476" y="2815544"/>
              <a:ext cx="5838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add_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300EC2D-7C16-48FC-9965-E040493ECCA0}"/>
                </a:ext>
              </a:extLst>
            </p:cNvPr>
            <p:cNvSpPr txBox="1"/>
            <p:nvPr/>
          </p:nvSpPr>
          <p:spPr>
            <a:xfrm>
              <a:off x="5955476" y="3161129"/>
              <a:ext cx="73289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equal_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DAA4E863-F48E-4D33-945A-71CC8AF1172A}"/>
                </a:ext>
              </a:extLst>
            </p:cNvPr>
            <p:cNvCxnSpPr>
              <a:cxnSpLocks/>
            </p:cNvCxnSpPr>
            <p:nvPr/>
          </p:nvCxnSpPr>
          <p:spPr>
            <a:xfrm>
              <a:off x="5955476" y="3499683"/>
              <a:ext cx="13773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C1A2426-0201-493D-9575-28AC99615421}"/>
                </a:ext>
              </a:extLst>
            </p:cNvPr>
            <p:cNvSpPr txBox="1"/>
            <p:nvPr/>
          </p:nvSpPr>
          <p:spPr>
            <a:xfrm>
              <a:off x="5955475" y="3492546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" name="矩形 17">
            <a:extLst>
              <a:ext uri="{FF2B5EF4-FFF2-40B4-BE49-F238E27FC236}">
                <a16:creationId xmlns:a16="http://schemas.microsoft.com/office/drawing/2014/main" id="{ED6189F4-8246-439D-B460-553DCD619B63}"/>
              </a:ext>
            </a:extLst>
          </p:cNvPr>
          <p:cNvSpPr/>
          <p:nvPr/>
        </p:nvSpPr>
        <p:spPr>
          <a:xfrm>
            <a:off x="4596444" y="4008665"/>
            <a:ext cx="2665318" cy="5640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C++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本地函数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例如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PyObject::Virtual_Equal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0CF5A80-B0AC-4956-8D57-18A6F869C2B6}"/>
              </a:ext>
            </a:extLst>
          </p:cNvPr>
          <p:cNvSpPr/>
          <p:nvPr/>
        </p:nvSpPr>
        <p:spPr>
          <a:xfrm>
            <a:off x="7550487" y="4050474"/>
            <a:ext cx="2368137" cy="46659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直接执行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C++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本地函数</a:t>
            </a:r>
            <a:endParaRPr lang="en-US" altLang="zh-CN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46025739-8E1B-48A4-98D9-E68F2E2A57FE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1312223" y="4009403"/>
            <a:ext cx="1" cy="61603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7F472C36-D4F2-474C-90CA-9B3DD49B9B0B}"/>
              </a:ext>
            </a:extLst>
          </p:cNvPr>
          <p:cNvCxnSpPr>
            <a:cxnSpLocks/>
            <a:stCxn id="5" idx="3"/>
            <a:endCxn id="6" idx="2"/>
          </p:cNvCxnSpPr>
          <p:nvPr/>
        </p:nvCxnSpPr>
        <p:spPr>
          <a:xfrm flipV="1">
            <a:off x="2523506" y="4133707"/>
            <a:ext cx="991472" cy="91376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C24D0B47-D08F-49CC-8663-B2C7D8ACE4E7}"/>
              </a:ext>
            </a:extLst>
          </p:cNvPr>
          <p:cNvCxnSpPr>
            <a:cxnSpLocks/>
            <a:stCxn id="46" idx="6"/>
            <a:endCxn id="25" idx="1"/>
          </p:cNvCxnSpPr>
          <p:nvPr/>
        </p:nvCxnSpPr>
        <p:spPr>
          <a:xfrm flipV="1">
            <a:off x="3850574" y="2740940"/>
            <a:ext cx="743544" cy="539351"/>
          </a:xfrm>
          <a:prstGeom prst="curvedConnector3">
            <a:avLst>
              <a:gd name="adj1" fmla="val 6916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CE67B021-6667-4ED7-B44A-D08BED6195F9}"/>
              </a:ext>
            </a:extLst>
          </p:cNvPr>
          <p:cNvCxnSpPr>
            <a:cxnSpLocks/>
            <a:stCxn id="47" idx="6"/>
            <a:endCxn id="18" idx="1"/>
          </p:cNvCxnSpPr>
          <p:nvPr/>
        </p:nvCxnSpPr>
        <p:spPr>
          <a:xfrm>
            <a:off x="3850574" y="3649361"/>
            <a:ext cx="745870" cy="641343"/>
          </a:xfrm>
          <a:prstGeom prst="curvedConnector3">
            <a:avLst>
              <a:gd name="adj1" fmla="val 8343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FF118B60-AD00-480E-818B-88E1A8B900ED}"/>
              </a:ext>
            </a:extLst>
          </p:cNvPr>
          <p:cNvCxnSpPr>
            <a:stCxn id="18" idx="3"/>
            <a:endCxn id="20" idx="1"/>
          </p:cNvCxnSpPr>
          <p:nvPr/>
        </p:nvCxnSpPr>
        <p:spPr>
          <a:xfrm flipV="1">
            <a:off x="7261762" y="4283774"/>
            <a:ext cx="288725" cy="693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90AEEB72-1705-4952-8E84-EB9A0B3AA6E1}"/>
              </a:ext>
            </a:extLst>
          </p:cNvPr>
          <p:cNvSpPr/>
          <p:nvPr/>
        </p:nvSpPr>
        <p:spPr>
          <a:xfrm>
            <a:off x="3714008" y="321200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910A7FD0-22E6-4FFA-833B-58F6DA187260}"/>
              </a:ext>
            </a:extLst>
          </p:cNvPr>
          <p:cNvSpPr/>
          <p:nvPr/>
        </p:nvSpPr>
        <p:spPr>
          <a:xfrm>
            <a:off x="3714008" y="358107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1DE65A92-DAAF-44DA-B791-241964187AA6}"/>
              </a:ext>
            </a:extLst>
          </p:cNvPr>
          <p:cNvSpPr txBox="1"/>
          <p:nvPr/>
        </p:nvSpPr>
        <p:spPr>
          <a:xfrm>
            <a:off x="5813380" y="4702050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场景一：用户未覆写魔法方法</a:t>
            </a:r>
          </a:p>
        </p:txBody>
      </p: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105041AC-D134-499A-8464-AC62EE29D041}"/>
              </a:ext>
            </a:extLst>
          </p:cNvPr>
          <p:cNvGrpSpPr/>
          <p:nvPr/>
        </p:nvGrpSpPr>
        <p:grpSpPr>
          <a:xfrm>
            <a:off x="4594118" y="2322662"/>
            <a:ext cx="7500900" cy="1279648"/>
            <a:chOff x="4594118" y="2459230"/>
            <a:chExt cx="7500900" cy="1279648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577A926A-1AFA-4604-B608-CB91E44AF7A3}"/>
                </a:ext>
              </a:extLst>
            </p:cNvPr>
            <p:cNvSpPr/>
            <p:nvPr/>
          </p:nvSpPr>
          <p:spPr>
            <a:xfrm>
              <a:off x="4594118" y="2459230"/>
              <a:ext cx="2667643" cy="83655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桥接函数（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trampoline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）</a:t>
              </a:r>
              <a:endPara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KlassVtableTrampolines::Add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BC1C0701-025A-4527-A37B-D6C347CB711B}"/>
                </a:ext>
              </a:extLst>
            </p:cNvPr>
            <p:cNvSpPr/>
            <p:nvPr/>
          </p:nvSpPr>
          <p:spPr>
            <a:xfrm>
              <a:off x="10007164" y="2570444"/>
              <a:ext cx="2087854" cy="614125"/>
            </a:xfrm>
            <a:prstGeom prst="round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执行用户自定义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__add__ Python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函数</a:t>
              </a:r>
              <a:endPara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DA1AF740-C7C2-4057-96AB-06C5FE0048A7}"/>
                </a:ext>
              </a:extLst>
            </p:cNvPr>
            <p:cNvSpPr/>
            <p:nvPr/>
          </p:nvSpPr>
          <p:spPr>
            <a:xfrm>
              <a:off x="7550487" y="2459230"/>
              <a:ext cx="2167951" cy="83655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沿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MRO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，查找 </a:t>
              </a:r>
              <a:r>
                <a: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Python </a:t>
              </a:r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类属性</a:t>
              </a:r>
              <a:r>
                <a:rPr lang="en-US" altLang="zh-CN" sz="16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 __add__</a:t>
              </a:r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0CA39188-093A-40DC-A7F3-B33EEFD32BE3}"/>
                </a:ext>
              </a:extLst>
            </p:cNvPr>
            <p:cNvCxnSpPr>
              <a:stCxn id="25" idx="3"/>
              <a:endCxn id="27" idx="1"/>
            </p:cNvCxnSpPr>
            <p:nvPr/>
          </p:nvCxnSpPr>
          <p:spPr>
            <a:xfrm>
              <a:off x="7261761" y="2877508"/>
              <a:ext cx="28872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31A61D57-842E-4E1D-B28B-AF0E93AEADE2}"/>
                </a:ext>
              </a:extLst>
            </p:cNvPr>
            <p:cNvCxnSpPr>
              <a:cxnSpLocks/>
              <a:stCxn id="27" idx="3"/>
              <a:endCxn id="26" idx="1"/>
            </p:cNvCxnSpPr>
            <p:nvPr/>
          </p:nvCxnSpPr>
          <p:spPr>
            <a:xfrm flipV="1">
              <a:off x="9718438" y="2877507"/>
              <a:ext cx="288726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991BEB71-3526-410B-9A2A-EA2F7E512CBB}"/>
                </a:ext>
              </a:extLst>
            </p:cNvPr>
            <p:cNvSpPr txBox="1"/>
            <p:nvPr/>
          </p:nvSpPr>
          <p:spPr>
            <a:xfrm>
              <a:off x="6096000" y="3369546"/>
              <a:ext cx="44165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场景二：用户在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Python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层面覆写魔法方法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13449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组合 46">
            <a:extLst>
              <a:ext uri="{FF2B5EF4-FFF2-40B4-BE49-F238E27FC236}">
                <a16:creationId xmlns:a16="http://schemas.microsoft.com/office/drawing/2014/main" id="{6652228C-E1B5-4F84-87B2-52593BCE8154}"/>
              </a:ext>
            </a:extLst>
          </p:cNvPr>
          <p:cNvGrpSpPr/>
          <p:nvPr/>
        </p:nvGrpSpPr>
        <p:grpSpPr>
          <a:xfrm>
            <a:off x="1134094" y="795646"/>
            <a:ext cx="10842172" cy="1123745"/>
            <a:chOff x="855023" y="261257"/>
            <a:chExt cx="10842172" cy="1123745"/>
          </a:xfrm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FD60A33D-9B6A-4777-8033-4C6F16EDCE1F}"/>
                </a:ext>
              </a:extLst>
            </p:cNvPr>
            <p:cNvSpPr/>
            <p:nvPr/>
          </p:nvSpPr>
          <p:spPr>
            <a:xfrm>
              <a:off x="855023" y="261257"/>
              <a:ext cx="10842172" cy="11237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826519A9-5760-42D6-AF4C-6123ACC97BA2}"/>
                </a:ext>
              </a:extLst>
            </p:cNvPr>
            <p:cNvGrpSpPr/>
            <p:nvPr/>
          </p:nvGrpSpPr>
          <p:grpSpPr>
            <a:xfrm>
              <a:off x="1000990" y="575953"/>
              <a:ext cx="7412675" cy="590305"/>
              <a:chOff x="1000990" y="575953"/>
              <a:chExt cx="7412675" cy="590305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451F2C6F-E5DF-4235-BC3F-44DCC96DAE2C}"/>
                  </a:ext>
                </a:extLst>
              </p:cNvPr>
              <p:cNvSpPr/>
              <p:nvPr/>
            </p:nvSpPr>
            <p:spPr>
              <a:xfrm>
                <a:off x="1000990" y="575955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Python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类型对象</a:t>
                </a:r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B8A14FFB-340A-4755-A218-1075EDB2CCDA}"/>
                  </a:ext>
                </a:extLst>
              </p:cNvPr>
              <p:cNvSpPr/>
              <p:nvPr/>
            </p:nvSpPr>
            <p:spPr>
              <a:xfrm>
                <a:off x="3637311" y="575954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54195B23-7C26-4A6C-AFDA-993B6F68568C}"/>
                  </a:ext>
                </a:extLst>
              </p:cNvPr>
              <p:cNvSpPr/>
              <p:nvPr/>
            </p:nvSpPr>
            <p:spPr>
              <a:xfrm>
                <a:off x="6273632" y="575953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建立两者的双向绑定</a:t>
                </a:r>
              </a:p>
            </p:txBody>
          </p:sp>
          <p:cxnSp>
            <p:nvCxnSpPr>
              <p:cNvPr id="17" name="直接箭头连接符 16">
                <a:extLst>
                  <a:ext uri="{FF2B5EF4-FFF2-40B4-BE49-F238E27FC236}">
                    <a16:creationId xmlns:a16="http://schemas.microsoft.com/office/drawing/2014/main" id="{72A2530D-FC16-4288-B346-4B69FE5B1045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 flipV="1">
                <a:off x="3141023" y="871106"/>
                <a:ext cx="496288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直接箭头连接符 18">
                <a:extLst>
                  <a:ext uri="{FF2B5EF4-FFF2-40B4-BE49-F238E27FC236}">
                    <a16:creationId xmlns:a16="http://schemas.microsoft.com/office/drawing/2014/main" id="{341A7015-A0E1-4106-BA45-7055822E3751}"/>
                  </a:ext>
                </a:extLst>
              </p:cNvPr>
              <p:cNvCxnSpPr>
                <a:stCxn id="6" idx="3"/>
                <a:endCxn id="7" idx="1"/>
              </p:cNvCxnSpPr>
              <p:nvPr/>
            </p:nvCxnSpPr>
            <p:spPr>
              <a:xfrm flipV="1">
                <a:off x="5777344" y="871105"/>
                <a:ext cx="496288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06524DF4-A314-468B-B3DC-E9EA959F6CC2}"/>
              </a:ext>
            </a:extLst>
          </p:cNvPr>
          <p:cNvGrpSpPr/>
          <p:nvPr/>
        </p:nvGrpSpPr>
        <p:grpSpPr>
          <a:xfrm>
            <a:off x="1131617" y="2334752"/>
            <a:ext cx="10842172" cy="1947280"/>
            <a:chOff x="852546" y="1481718"/>
            <a:chExt cx="10842172" cy="1947280"/>
          </a:xfrm>
        </p:grpSpPr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939A7BE1-95D3-4DA5-B8C5-B0122A60C0DA}"/>
                </a:ext>
              </a:extLst>
            </p:cNvPr>
            <p:cNvGrpSpPr/>
            <p:nvPr/>
          </p:nvGrpSpPr>
          <p:grpSpPr>
            <a:xfrm>
              <a:off x="1000990" y="1584826"/>
              <a:ext cx="10506441" cy="1741064"/>
              <a:chOff x="998019" y="1548093"/>
              <a:chExt cx="10506441" cy="1741064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D02AD37C-80DA-4978-817D-089908DA2366}"/>
                  </a:ext>
                </a:extLst>
              </p:cNvPr>
              <p:cNvSpPr/>
              <p:nvPr/>
            </p:nvSpPr>
            <p:spPr>
              <a:xfrm>
                <a:off x="998019" y="2078061"/>
                <a:ext cx="2264725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填写类名等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内部基础元信息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41B37CC6-5FF7-473D-A6CB-5C18CD8E7B24}"/>
                  </a:ext>
                </a:extLst>
              </p:cNvPr>
              <p:cNvSpPr/>
              <p:nvPr/>
            </p:nvSpPr>
            <p:spPr>
              <a:xfrm>
                <a:off x="3637311" y="2072002"/>
                <a:ext cx="2312227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创建并挂载类属性字典</a:t>
                </a:r>
                <a:endParaRPr lang="en-US" altLang="zh-CN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0" name="流程图: 决策 9">
                <a:extLst>
                  <a:ext uri="{FF2B5EF4-FFF2-40B4-BE49-F238E27FC236}">
                    <a16:creationId xmlns:a16="http://schemas.microsoft.com/office/drawing/2014/main" id="{EED8D461-948D-4C6C-A144-7566C78653F8}"/>
                  </a:ext>
                </a:extLst>
              </p:cNvPr>
              <p:cNvSpPr/>
              <p:nvPr/>
            </p:nvSpPr>
            <p:spPr>
              <a:xfrm>
                <a:off x="6324105" y="1712154"/>
                <a:ext cx="2033158" cy="1309998"/>
              </a:xfrm>
              <a:prstGeom prst="flowChartDecision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rPr>
                  <a:t>用户显式声明基类列表</a:t>
                </a:r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8350CEC5-77B7-415B-A4A3-8E0920325A67}"/>
                  </a:ext>
                </a:extLst>
              </p:cNvPr>
              <p:cNvSpPr/>
              <p:nvPr/>
            </p:nvSpPr>
            <p:spPr>
              <a:xfrm>
                <a:off x="8785257" y="1548093"/>
                <a:ext cx="2140033" cy="590303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记录用户声明的基类列表到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8A676A40-25C8-4E5E-8965-278783B10030}"/>
                  </a:ext>
                </a:extLst>
              </p:cNvPr>
              <p:cNvSpPr/>
              <p:nvPr/>
            </p:nvSpPr>
            <p:spPr>
              <a:xfrm>
                <a:off x="8785257" y="2499942"/>
                <a:ext cx="2719203" cy="78921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实体中创建一个新基类列表，填入内建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object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类型作为默认基类</a:t>
                </a:r>
              </a:p>
            </p:txBody>
          </p:sp>
          <p:cxnSp>
            <p:nvCxnSpPr>
              <p:cNvPr id="21" name="直接箭头连接符 20">
                <a:extLst>
                  <a:ext uri="{FF2B5EF4-FFF2-40B4-BE49-F238E27FC236}">
                    <a16:creationId xmlns:a16="http://schemas.microsoft.com/office/drawing/2014/main" id="{D69192C8-2ABE-4875-AC0A-E9786C8A3E07}"/>
                  </a:ext>
                </a:extLst>
              </p:cNvPr>
              <p:cNvCxnSpPr>
                <a:stCxn id="8" idx="3"/>
                <a:endCxn id="9" idx="1"/>
              </p:cNvCxnSpPr>
              <p:nvPr/>
            </p:nvCxnSpPr>
            <p:spPr>
              <a:xfrm flipV="1">
                <a:off x="3262744" y="2367154"/>
                <a:ext cx="374567" cy="6059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直接箭头连接符 22">
                <a:extLst>
                  <a:ext uri="{FF2B5EF4-FFF2-40B4-BE49-F238E27FC236}">
                    <a16:creationId xmlns:a16="http://schemas.microsoft.com/office/drawing/2014/main" id="{C0DEB1D0-3669-4EF3-8074-6FB870D64C31}"/>
                  </a:ext>
                </a:extLst>
              </p:cNvPr>
              <p:cNvCxnSpPr>
                <a:stCxn id="9" idx="3"/>
                <a:endCxn id="10" idx="1"/>
              </p:cNvCxnSpPr>
              <p:nvPr/>
            </p:nvCxnSpPr>
            <p:spPr>
              <a:xfrm flipV="1">
                <a:off x="5949538" y="2367153"/>
                <a:ext cx="374567" cy="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E38BD569-465A-49A2-AFC5-698FF9D1FBA3}"/>
                </a:ext>
              </a:extLst>
            </p:cNvPr>
            <p:cNvSpPr/>
            <p:nvPr/>
          </p:nvSpPr>
          <p:spPr>
            <a:xfrm>
              <a:off x="852546" y="1481718"/>
              <a:ext cx="10842172" cy="194728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1E51376E-CA7C-48BE-9B2E-5EAEDE044D8F}"/>
              </a:ext>
            </a:extLst>
          </p:cNvPr>
          <p:cNvGrpSpPr/>
          <p:nvPr/>
        </p:nvGrpSpPr>
        <p:grpSpPr>
          <a:xfrm>
            <a:off x="1131617" y="4680292"/>
            <a:ext cx="10842172" cy="1231342"/>
            <a:chOff x="852546" y="3504280"/>
            <a:chExt cx="10842172" cy="1231342"/>
          </a:xfrm>
        </p:grpSpPr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525D0C31-C89E-46A2-88F8-35096F64B8B0}"/>
                </a:ext>
              </a:extLst>
            </p:cNvPr>
            <p:cNvGrpSpPr/>
            <p:nvPr/>
          </p:nvGrpSpPr>
          <p:grpSpPr>
            <a:xfrm>
              <a:off x="1000990" y="3630740"/>
              <a:ext cx="9532422" cy="953982"/>
              <a:chOff x="1060366" y="5299394"/>
              <a:chExt cx="9532422" cy="953982"/>
            </a:xfrm>
          </p:grpSpPr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A03BF30D-06C4-415A-B70E-3E5A41C873F3}"/>
                  </a:ext>
                </a:extLst>
              </p:cNvPr>
              <p:cNvSpPr/>
              <p:nvPr/>
            </p:nvSpPr>
            <p:spPr>
              <a:xfrm>
                <a:off x="1060366" y="5299394"/>
                <a:ext cx="2573482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对基类列表执行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C3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线性化算法，计算并保存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MRO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序列到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Klass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实体</a:t>
                </a: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ACD13274-4809-488C-BCEC-36E96D3AF365}"/>
                  </a:ext>
                </a:extLst>
              </p:cNvPr>
              <p:cNvSpPr/>
              <p:nvPr/>
            </p:nvSpPr>
            <p:spPr>
              <a:xfrm>
                <a:off x="4287484" y="5299394"/>
                <a:ext cx="2389416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沿 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MRO 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序列查找并复制祖先类的虚函数表槽位</a:t>
                </a:r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E2B4428B-7751-45F1-920D-50F704401EEF}"/>
                  </a:ext>
                </a:extLst>
              </p:cNvPr>
              <p:cNvSpPr/>
              <p:nvPr/>
            </p:nvSpPr>
            <p:spPr>
              <a:xfrm>
                <a:off x="7330537" y="5299394"/>
                <a:ext cx="3262251" cy="953982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遍历当前类的属性字典，将被魔法方法覆写的对应虚函数槽位修改为桥接函数（</a:t>
                </a:r>
                <a:r>
                  <a:rPr lang="en-US" altLang="zh-CN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trampoline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）</a:t>
                </a:r>
              </a:p>
            </p:txBody>
          </p:sp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9F231097-775C-4ACD-845A-7DB479CAD1F0}"/>
                  </a:ext>
                </a:extLst>
              </p:cNvPr>
              <p:cNvCxnSpPr>
                <a:cxnSpLocks/>
                <a:stCxn id="13" idx="3"/>
                <a:endCxn id="14" idx="1"/>
              </p:cNvCxnSpPr>
              <p:nvPr/>
            </p:nvCxnSpPr>
            <p:spPr>
              <a:xfrm>
                <a:off x="3633848" y="5776385"/>
                <a:ext cx="653636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箭头连接符 42">
                <a:extLst>
                  <a:ext uri="{FF2B5EF4-FFF2-40B4-BE49-F238E27FC236}">
                    <a16:creationId xmlns:a16="http://schemas.microsoft.com/office/drawing/2014/main" id="{172BF747-7EDB-4350-A071-08348EC16FCA}"/>
                  </a:ext>
                </a:extLst>
              </p:cNvPr>
              <p:cNvCxnSpPr>
                <a:stCxn id="14" idx="3"/>
                <a:endCxn id="15" idx="1"/>
              </p:cNvCxnSpPr>
              <p:nvPr/>
            </p:nvCxnSpPr>
            <p:spPr>
              <a:xfrm>
                <a:off x="6676900" y="5776385"/>
                <a:ext cx="653637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954972BD-B34D-4FD2-AB60-E89E869884E8}"/>
                </a:ext>
              </a:extLst>
            </p:cNvPr>
            <p:cNvSpPr/>
            <p:nvPr/>
          </p:nvSpPr>
          <p:spPr>
            <a:xfrm>
              <a:off x="852546" y="3504280"/>
              <a:ext cx="10842172" cy="123134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53" name="连接符: 曲线 52">
            <a:extLst>
              <a:ext uri="{FF2B5EF4-FFF2-40B4-BE49-F238E27FC236}">
                <a16:creationId xmlns:a16="http://schemas.microsoft.com/office/drawing/2014/main" id="{23EAAFFF-B298-425E-9E44-3019DB2DECCA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 flipV="1">
            <a:off x="8639305" y="2733012"/>
            <a:ext cx="427994" cy="523908"/>
          </a:xfrm>
          <a:prstGeom prst="curvedConnector3">
            <a:avLst>
              <a:gd name="adj1" fmla="val 144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25C3AA24-DC1E-4D37-A86F-0ED92A6A244C}"/>
              </a:ext>
            </a:extLst>
          </p:cNvPr>
          <p:cNvCxnSpPr>
            <a:cxnSpLocks/>
            <a:stCxn id="10" idx="3"/>
            <a:endCxn id="12" idx="1"/>
          </p:cNvCxnSpPr>
          <p:nvPr/>
        </p:nvCxnSpPr>
        <p:spPr>
          <a:xfrm>
            <a:off x="8639305" y="3256920"/>
            <a:ext cx="427994" cy="527397"/>
          </a:xfrm>
          <a:prstGeom prst="curvedConnector3">
            <a:avLst>
              <a:gd name="adj1" fmla="val 5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9613CAB7-A966-4F3B-A502-47CD3F879BC6}"/>
              </a:ext>
            </a:extLst>
          </p:cNvPr>
          <p:cNvCxnSpPr>
            <a:stCxn id="45" idx="2"/>
            <a:endCxn id="46" idx="0"/>
          </p:cNvCxnSpPr>
          <p:nvPr/>
        </p:nvCxnSpPr>
        <p:spPr>
          <a:xfrm flipH="1">
            <a:off x="6552703" y="1919391"/>
            <a:ext cx="2477" cy="41536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258035FD-D4B9-4661-B362-5B9E5342ED96}"/>
              </a:ext>
            </a:extLst>
          </p:cNvPr>
          <p:cNvCxnSpPr>
            <a:stCxn id="46" idx="2"/>
            <a:endCxn id="48" idx="0"/>
          </p:cNvCxnSpPr>
          <p:nvPr/>
        </p:nvCxnSpPr>
        <p:spPr>
          <a:xfrm>
            <a:off x="6552703" y="4282032"/>
            <a:ext cx="0" cy="3982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23C18334-E678-473B-B603-A42066AC77C9}"/>
              </a:ext>
            </a:extLst>
          </p:cNvPr>
          <p:cNvSpPr/>
          <p:nvPr/>
        </p:nvSpPr>
        <p:spPr>
          <a:xfrm>
            <a:off x="3783649" y="115110"/>
            <a:ext cx="5538108" cy="37536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Runtime_CreatePythonClass()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，发起自定义类创建  </a:t>
            </a: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5B3BDA3C-EC68-44EB-9C91-1C8B56DAE04C}"/>
              </a:ext>
            </a:extLst>
          </p:cNvPr>
          <p:cNvCxnSpPr>
            <a:stCxn id="63" idx="2"/>
            <a:endCxn id="45" idx="0"/>
          </p:cNvCxnSpPr>
          <p:nvPr/>
        </p:nvCxnSpPr>
        <p:spPr>
          <a:xfrm>
            <a:off x="6552703" y="490472"/>
            <a:ext cx="2477" cy="3051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3CCD320D-9C5F-40F3-965B-7FBF0AEA2127}"/>
              </a:ext>
            </a:extLst>
          </p:cNvPr>
          <p:cNvSpPr/>
          <p:nvPr/>
        </p:nvSpPr>
        <p:spPr>
          <a:xfrm>
            <a:off x="4279688" y="6249945"/>
            <a:ext cx="4546030" cy="37536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流程结束，返回可正常使用的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Python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类型对象</a:t>
            </a: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AD45BB29-0EB2-4EB2-A179-1833E80EAF52}"/>
              </a:ext>
            </a:extLst>
          </p:cNvPr>
          <p:cNvCxnSpPr>
            <a:stCxn id="48" idx="2"/>
            <a:endCxn id="68" idx="0"/>
          </p:cNvCxnSpPr>
          <p:nvPr/>
        </p:nvCxnSpPr>
        <p:spPr>
          <a:xfrm>
            <a:off x="6552703" y="5911634"/>
            <a:ext cx="0" cy="33831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48174964-59D2-4BE3-8FE2-D9FFF1D334B7}"/>
              </a:ext>
            </a:extLst>
          </p:cNvPr>
          <p:cNvSpPr txBox="1"/>
          <p:nvPr/>
        </p:nvSpPr>
        <p:spPr>
          <a:xfrm>
            <a:off x="241655" y="1220827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D1F7643A-5017-4094-A27B-8F0DF8172489}"/>
              </a:ext>
            </a:extLst>
          </p:cNvPr>
          <p:cNvSpPr txBox="1"/>
          <p:nvPr/>
        </p:nvSpPr>
        <p:spPr>
          <a:xfrm>
            <a:off x="246609" y="3123726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BD1936C-A6C7-4B4D-8616-604DBCEEEEAA}"/>
              </a:ext>
            </a:extLst>
          </p:cNvPr>
          <p:cNvSpPr txBox="1"/>
          <p:nvPr/>
        </p:nvSpPr>
        <p:spPr>
          <a:xfrm>
            <a:off x="244404" y="5099077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阶段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9C1C6FFA-C4DF-4675-BBBC-70524E9D2538}"/>
              </a:ext>
            </a:extLst>
          </p:cNvPr>
          <p:cNvSpPr txBox="1"/>
          <p:nvPr/>
        </p:nvSpPr>
        <p:spPr>
          <a:xfrm>
            <a:off x="8484455" y="2449357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59EB46F6-1515-4F8A-92E9-6D010F74004F}"/>
              </a:ext>
            </a:extLst>
          </p:cNvPr>
          <p:cNvSpPr txBox="1"/>
          <p:nvPr/>
        </p:nvSpPr>
        <p:spPr>
          <a:xfrm>
            <a:off x="8484455" y="3770668"/>
            <a:ext cx="309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57874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>
            <a:extLst>
              <a:ext uri="{FF2B5EF4-FFF2-40B4-BE49-F238E27FC236}">
                <a16:creationId xmlns:a16="http://schemas.microsoft.com/office/drawing/2014/main" id="{EC448833-019C-40E6-A4D3-8422D5E746A7}"/>
              </a:ext>
            </a:extLst>
          </p:cNvPr>
          <p:cNvSpPr txBox="1"/>
          <p:nvPr/>
        </p:nvSpPr>
        <p:spPr>
          <a:xfrm>
            <a:off x="4450666" y="2400586"/>
            <a:ext cx="3555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</a:t>
            </a:r>
            <a:r>
              <a:rPr lang="zh-CN" altLang="en-US" b="1" dirty="0">
                <a:latin typeface="宋体" panose="02010600030101010101" pitchFamily="2" charset="-122"/>
                <a:ea typeface="宋体" panose="02010600030101010101" pitchFamily="2" charset="-122"/>
              </a:rPr>
              <a:t> 垃圾回收执行前堆空间的状态</a:t>
            </a:r>
          </a:p>
        </p:txBody>
      </p:sp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3AA17CD7-BD24-465D-84F9-9970B55F1B96}"/>
              </a:ext>
            </a:extLst>
          </p:cNvPr>
          <p:cNvGrpSpPr/>
          <p:nvPr/>
        </p:nvGrpSpPr>
        <p:grpSpPr>
          <a:xfrm>
            <a:off x="296934" y="383086"/>
            <a:ext cx="10598676" cy="1332843"/>
            <a:chOff x="296934" y="371210"/>
            <a:chExt cx="10598676" cy="1332843"/>
          </a:xfrm>
        </p:grpSpPr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75DE707B-F47F-4279-BBA0-D6D11ACCC3C9}"/>
                </a:ext>
              </a:extLst>
            </p:cNvPr>
            <p:cNvSpPr/>
            <p:nvPr/>
          </p:nvSpPr>
          <p:spPr>
            <a:xfrm>
              <a:off x="2107819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2F043756-6C96-4BEB-AD44-7BB274213D51}"/>
                </a:ext>
              </a:extLst>
            </p:cNvPr>
            <p:cNvSpPr/>
            <p:nvPr/>
          </p:nvSpPr>
          <p:spPr>
            <a:xfrm>
              <a:off x="3228058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1DE08069-AB00-4A95-A035-4987EC21B646}"/>
                </a:ext>
              </a:extLst>
            </p:cNvPr>
            <p:cNvSpPr/>
            <p:nvPr/>
          </p:nvSpPr>
          <p:spPr>
            <a:xfrm>
              <a:off x="4348297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62583E54-CB6F-4F8D-A9DB-A6FB0CA2DD4F}"/>
                </a:ext>
              </a:extLst>
            </p:cNvPr>
            <p:cNvSpPr/>
            <p:nvPr/>
          </p:nvSpPr>
          <p:spPr>
            <a:xfrm>
              <a:off x="1927710" y="427508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2E4A2911-3C69-455F-8B58-B81B4CA113D3}"/>
                </a:ext>
              </a:extLst>
            </p:cNvPr>
            <p:cNvSpPr txBox="1"/>
            <p:nvPr/>
          </p:nvSpPr>
          <p:spPr>
            <a:xfrm>
              <a:off x="3726656" y="1359534"/>
              <a:ext cx="8627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B7530B38-ADCF-47BF-AD57-366B861F2C8D}"/>
                </a:ext>
              </a:extLst>
            </p:cNvPr>
            <p:cNvSpPr txBox="1"/>
            <p:nvPr/>
          </p:nvSpPr>
          <p:spPr>
            <a:xfrm>
              <a:off x="8073188" y="1359534"/>
              <a:ext cx="11608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49" name="椭圆 48">
              <a:extLst>
                <a:ext uri="{FF2B5EF4-FFF2-40B4-BE49-F238E27FC236}">
                  <a16:creationId xmlns:a16="http://schemas.microsoft.com/office/drawing/2014/main" id="{AF9FEBE2-A0A2-49CE-86DB-8C9BA2A69B33}"/>
                </a:ext>
              </a:extLst>
            </p:cNvPr>
            <p:cNvSpPr/>
            <p:nvPr/>
          </p:nvSpPr>
          <p:spPr>
            <a:xfrm>
              <a:off x="296934" y="371210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C97CC101-FB41-4002-85BB-A5A6DF2D73EF}"/>
                </a:ext>
              </a:extLst>
            </p:cNvPr>
            <p:cNvSpPr/>
            <p:nvPr/>
          </p:nvSpPr>
          <p:spPr>
            <a:xfrm>
              <a:off x="5468536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" name="直接连接符 2">
              <a:extLst>
                <a:ext uri="{FF2B5EF4-FFF2-40B4-BE49-F238E27FC236}">
                  <a16:creationId xmlns:a16="http://schemas.microsoft.com/office/drawing/2014/main" id="{4C8F4881-5FB2-456F-A988-A8861E7F1D31}"/>
                </a:ext>
              </a:extLst>
            </p:cNvPr>
            <p:cNvCxnSpPr>
              <a:stCxn id="51" idx="0"/>
              <a:endCxn id="51" idx="2"/>
            </p:cNvCxnSpPr>
            <p:nvPr/>
          </p:nvCxnSpPr>
          <p:spPr>
            <a:xfrm>
              <a:off x="6411660" y="427508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8476279D-60C2-4E50-9AA8-E2B59916824F}"/>
                </a:ext>
              </a:extLst>
            </p:cNvPr>
            <p:cNvCxnSpPr>
              <a:stCxn id="42" idx="1"/>
              <a:endCxn id="41" idx="3"/>
            </p:cNvCxnSpPr>
            <p:nvPr/>
          </p:nvCxnSpPr>
          <p:spPr>
            <a:xfrm flipH="1">
              <a:off x="2867840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D437C2CD-8215-4C09-A347-196B9434180E}"/>
                </a:ext>
              </a:extLst>
            </p:cNvPr>
            <p:cNvCxnSpPr>
              <a:stCxn id="43" idx="3"/>
              <a:endCxn id="56" idx="1"/>
            </p:cNvCxnSpPr>
            <p:nvPr/>
          </p:nvCxnSpPr>
          <p:spPr>
            <a:xfrm>
              <a:off x="5108318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连接符: 肘形 15">
              <a:extLst>
                <a:ext uri="{FF2B5EF4-FFF2-40B4-BE49-F238E27FC236}">
                  <a16:creationId xmlns:a16="http://schemas.microsoft.com/office/drawing/2014/main" id="{A60E119A-CA1F-42DE-ADB5-3967B4F8A3F0}"/>
                </a:ext>
              </a:extLst>
            </p:cNvPr>
            <p:cNvCxnSpPr>
              <a:stCxn id="41" idx="0"/>
              <a:endCxn id="56" idx="0"/>
            </p:cNvCxnSpPr>
            <p:nvPr/>
          </p:nvCxnSpPr>
          <p:spPr>
            <a:xfrm rot="5400000" flipH="1" flipV="1">
              <a:off x="4168188" y="-1134095"/>
              <a:ext cx="12700" cy="3360717"/>
            </a:xfrm>
            <a:prstGeom prst="bentConnector3">
              <a:avLst>
                <a:gd name="adj1" fmla="val 343637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连接符: 肘形 21">
              <a:extLst>
                <a:ext uri="{FF2B5EF4-FFF2-40B4-BE49-F238E27FC236}">
                  <a16:creationId xmlns:a16="http://schemas.microsoft.com/office/drawing/2014/main" id="{B57A08E2-245F-4A0F-AF8E-BA4D268DBF15}"/>
                </a:ext>
              </a:extLst>
            </p:cNvPr>
            <p:cNvCxnSpPr>
              <a:cxnSpLocks/>
              <a:stCxn id="49" idx="5"/>
              <a:endCxn id="41" idx="2"/>
            </p:cNvCxnSpPr>
            <p:nvPr/>
          </p:nvCxnSpPr>
          <p:spPr>
            <a:xfrm rot="5400000" flipH="1" flipV="1">
              <a:off x="1919071" y="739868"/>
              <a:ext cx="14218" cy="1123300"/>
            </a:xfrm>
            <a:prstGeom prst="bentConnector3">
              <a:avLst>
                <a:gd name="adj1" fmla="val -432596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连接符: 肘形 69">
              <a:extLst>
                <a:ext uri="{FF2B5EF4-FFF2-40B4-BE49-F238E27FC236}">
                  <a16:creationId xmlns:a16="http://schemas.microsoft.com/office/drawing/2014/main" id="{F4A8CB6F-0476-4C19-AB50-EF698369F015}"/>
                </a:ext>
              </a:extLst>
            </p:cNvPr>
            <p:cNvCxnSpPr>
              <a:cxnSpLocks/>
              <a:stCxn id="49" idx="4"/>
              <a:endCxn id="42" idx="2"/>
            </p:cNvCxnSpPr>
            <p:nvPr/>
          </p:nvCxnSpPr>
          <p:spPr>
            <a:xfrm rot="5400000" flipH="1" flipV="1">
              <a:off x="2177666" y="39060"/>
              <a:ext cx="175053" cy="2685752"/>
            </a:xfrm>
            <a:prstGeom prst="bentConnector3">
              <a:avLst>
                <a:gd name="adj1" fmla="val -44264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5" name="文本框 84">
            <a:extLst>
              <a:ext uri="{FF2B5EF4-FFF2-40B4-BE49-F238E27FC236}">
                <a16:creationId xmlns:a16="http://schemas.microsoft.com/office/drawing/2014/main" id="{023C2200-4BCF-4801-832B-5762EC801BD7}"/>
              </a:ext>
            </a:extLst>
          </p:cNvPr>
          <p:cNvSpPr txBox="1"/>
          <p:nvPr/>
        </p:nvSpPr>
        <p:spPr>
          <a:xfrm>
            <a:off x="4589393" y="6467094"/>
            <a:ext cx="3232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zh-CN" altLang="en-US" b="1" dirty="0">
                <a:latin typeface="宋体" panose="02010600030101010101" pitchFamily="2" charset="-122"/>
                <a:ea typeface="宋体" panose="02010600030101010101" pitchFamily="2" charset="-122"/>
              </a:rPr>
              <a:t>从根集合出发复制存活对象</a:t>
            </a:r>
          </a:p>
        </p:txBody>
      </p:sp>
      <p:grpSp>
        <p:nvGrpSpPr>
          <p:cNvPr id="135" name="组合 134">
            <a:extLst>
              <a:ext uri="{FF2B5EF4-FFF2-40B4-BE49-F238E27FC236}">
                <a16:creationId xmlns:a16="http://schemas.microsoft.com/office/drawing/2014/main" id="{7DE5E61B-C6DD-41BD-834D-2BDA8821AF3F}"/>
              </a:ext>
            </a:extLst>
          </p:cNvPr>
          <p:cNvGrpSpPr/>
          <p:nvPr/>
        </p:nvGrpSpPr>
        <p:grpSpPr>
          <a:xfrm>
            <a:off x="296934" y="3413562"/>
            <a:ext cx="10598676" cy="2942283"/>
            <a:chOff x="296934" y="3486440"/>
            <a:chExt cx="10598676" cy="2942283"/>
          </a:xfrm>
        </p:grpSpPr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901B4DC3-9D4B-4270-817D-1CCF268B77DD}"/>
                </a:ext>
              </a:extLst>
            </p:cNvPr>
            <p:cNvSpPr/>
            <p:nvPr/>
          </p:nvSpPr>
          <p:spPr>
            <a:xfrm>
              <a:off x="2107819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510077A4-3C37-4477-9A1E-770D00B5B0D9}"/>
                </a:ext>
              </a:extLst>
            </p:cNvPr>
            <p:cNvSpPr/>
            <p:nvPr/>
          </p:nvSpPr>
          <p:spPr>
            <a:xfrm>
              <a:off x="3228058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7D86105B-274B-4155-A273-D047ED239A56}"/>
                </a:ext>
              </a:extLst>
            </p:cNvPr>
            <p:cNvSpPr/>
            <p:nvPr/>
          </p:nvSpPr>
          <p:spPr>
            <a:xfrm>
              <a:off x="4348297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D9856EA2-5900-4FED-A157-938A14B84D68}"/>
                </a:ext>
              </a:extLst>
            </p:cNvPr>
            <p:cNvSpPr/>
            <p:nvPr/>
          </p:nvSpPr>
          <p:spPr>
            <a:xfrm>
              <a:off x="1927710" y="3922813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C44E6A69-5A3A-4F16-B5B0-D385DFE085F5}"/>
                </a:ext>
              </a:extLst>
            </p:cNvPr>
            <p:cNvSpPr txBox="1"/>
            <p:nvPr/>
          </p:nvSpPr>
          <p:spPr>
            <a:xfrm>
              <a:off x="3726656" y="4854839"/>
              <a:ext cx="8627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96D3F3F1-9D1E-4A72-BAD4-0570C89F7671}"/>
                </a:ext>
              </a:extLst>
            </p:cNvPr>
            <p:cNvSpPr txBox="1"/>
            <p:nvPr/>
          </p:nvSpPr>
          <p:spPr>
            <a:xfrm>
              <a:off x="8073188" y="4854839"/>
              <a:ext cx="11608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84" name="椭圆 83">
              <a:extLst>
                <a:ext uri="{FF2B5EF4-FFF2-40B4-BE49-F238E27FC236}">
                  <a16:creationId xmlns:a16="http://schemas.microsoft.com/office/drawing/2014/main" id="{55F20191-0367-431B-B353-AF7CFC9F5A61}"/>
                </a:ext>
              </a:extLst>
            </p:cNvPr>
            <p:cNvSpPr/>
            <p:nvPr/>
          </p:nvSpPr>
          <p:spPr>
            <a:xfrm>
              <a:off x="296934" y="3866515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86" name="矩形 85">
              <a:extLst>
                <a:ext uri="{FF2B5EF4-FFF2-40B4-BE49-F238E27FC236}">
                  <a16:creationId xmlns:a16="http://schemas.microsoft.com/office/drawing/2014/main" id="{D0CAAE7B-DC4A-4FDC-8A2E-E574348426E1}"/>
                </a:ext>
              </a:extLst>
            </p:cNvPr>
            <p:cNvSpPr/>
            <p:nvPr/>
          </p:nvSpPr>
          <p:spPr>
            <a:xfrm>
              <a:off x="5468536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7" name="直接连接符 86">
              <a:extLst>
                <a:ext uri="{FF2B5EF4-FFF2-40B4-BE49-F238E27FC236}">
                  <a16:creationId xmlns:a16="http://schemas.microsoft.com/office/drawing/2014/main" id="{E1B83A5A-787D-4933-B593-C7D70519DFE7}"/>
                </a:ext>
              </a:extLst>
            </p:cNvPr>
            <p:cNvCxnSpPr>
              <a:stCxn id="81" idx="0"/>
              <a:endCxn id="81" idx="2"/>
            </p:cNvCxnSpPr>
            <p:nvPr/>
          </p:nvCxnSpPr>
          <p:spPr>
            <a:xfrm>
              <a:off x="6411660" y="3922813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BEBD06B6-CEE2-4EBC-A193-11CB37304F65}"/>
                </a:ext>
              </a:extLst>
            </p:cNvPr>
            <p:cNvCxnSpPr>
              <a:stCxn id="80" idx="3"/>
              <a:endCxn id="86" idx="1"/>
            </p:cNvCxnSpPr>
            <p:nvPr/>
          </p:nvCxnSpPr>
          <p:spPr>
            <a:xfrm>
              <a:off x="5108318" y="4415641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连接符: 肘形 90">
              <a:extLst>
                <a:ext uri="{FF2B5EF4-FFF2-40B4-BE49-F238E27FC236}">
                  <a16:creationId xmlns:a16="http://schemas.microsoft.com/office/drawing/2014/main" id="{38D51557-D009-4B28-A13B-1664DBEDD506}"/>
                </a:ext>
              </a:extLst>
            </p:cNvPr>
            <p:cNvCxnSpPr>
              <a:cxnSpLocks/>
              <a:stCxn id="84" idx="5"/>
            </p:cNvCxnSpPr>
            <p:nvPr/>
          </p:nvCxnSpPr>
          <p:spPr>
            <a:xfrm rot="5400000" flipH="1" flipV="1">
              <a:off x="4295151" y="1849197"/>
              <a:ext cx="24114" cy="5885356"/>
            </a:xfrm>
            <a:prstGeom prst="bentConnector4">
              <a:avLst>
                <a:gd name="adj1" fmla="val -4592245"/>
                <a:gd name="adj2" fmla="val 100083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连接符: 肘形 91">
              <a:extLst>
                <a:ext uri="{FF2B5EF4-FFF2-40B4-BE49-F238E27FC236}">
                  <a16:creationId xmlns:a16="http://schemas.microsoft.com/office/drawing/2014/main" id="{F8241F47-972A-448A-8DF1-AE45B4328718}"/>
                </a:ext>
              </a:extLst>
            </p:cNvPr>
            <p:cNvCxnSpPr>
              <a:cxnSpLocks/>
              <a:stCxn id="84" idx="4"/>
              <a:endCxn id="94" idx="2"/>
            </p:cNvCxnSpPr>
            <p:nvPr/>
          </p:nvCxnSpPr>
          <p:spPr>
            <a:xfrm rot="5400000" flipH="1" flipV="1">
              <a:off x="4423841" y="1298087"/>
              <a:ext cx="165156" cy="7168204"/>
            </a:xfrm>
            <a:prstGeom prst="bentConnector3">
              <a:avLst>
                <a:gd name="adj1" fmla="val -670502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F7767BEC-FBD6-4E17-8148-E8BCC9283E25}"/>
                </a:ext>
              </a:extLst>
            </p:cNvPr>
            <p:cNvSpPr/>
            <p:nvPr/>
          </p:nvSpPr>
          <p:spPr>
            <a:xfrm>
              <a:off x="6591769" y="4041568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21FBFDFC-02AD-48FE-BD2F-528A12767831}"/>
                </a:ext>
              </a:extLst>
            </p:cNvPr>
            <p:cNvSpPr/>
            <p:nvPr/>
          </p:nvSpPr>
          <p:spPr>
            <a:xfrm>
              <a:off x="7710510" y="4051465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98" name="连接符: 肘形 97">
              <a:extLst>
                <a:ext uri="{FF2B5EF4-FFF2-40B4-BE49-F238E27FC236}">
                  <a16:creationId xmlns:a16="http://schemas.microsoft.com/office/drawing/2014/main" id="{FDB54E66-2DA4-49BD-844F-C21CF42F086F}"/>
                </a:ext>
              </a:extLst>
            </p:cNvPr>
            <p:cNvCxnSpPr>
              <a:stCxn id="93" idx="0"/>
              <a:endCxn id="86" idx="0"/>
            </p:cNvCxnSpPr>
            <p:nvPr/>
          </p:nvCxnSpPr>
          <p:spPr>
            <a:xfrm rot="16200000" flipV="1">
              <a:off x="6410164" y="3479951"/>
              <a:ext cx="12700" cy="1123233"/>
            </a:xfrm>
            <a:prstGeom prst="bentConnector3">
              <a:avLst>
                <a:gd name="adj1" fmla="val 2127244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连接符: 肘形 104">
              <a:extLst>
                <a:ext uri="{FF2B5EF4-FFF2-40B4-BE49-F238E27FC236}">
                  <a16:creationId xmlns:a16="http://schemas.microsoft.com/office/drawing/2014/main" id="{0940611C-B793-485E-8703-BD8EEE59930C}"/>
                </a:ext>
              </a:extLst>
            </p:cNvPr>
            <p:cNvCxnSpPr>
              <a:cxnSpLocks/>
              <a:endCxn id="78" idx="0"/>
            </p:cNvCxnSpPr>
            <p:nvPr/>
          </p:nvCxnSpPr>
          <p:spPr>
            <a:xfrm rot="10800000">
              <a:off x="2487830" y="4041568"/>
              <a:ext cx="5890212" cy="12700"/>
            </a:xfrm>
            <a:prstGeom prst="bentConnector4">
              <a:avLst>
                <a:gd name="adj1" fmla="val 101"/>
                <a:gd name="adj2" fmla="val 638830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文本框 107">
              <a:extLst>
                <a:ext uri="{FF2B5EF4-FFF2-40B4-BE49-F238E27FC236}">
                  <a16:creationId xmlns:a16="http://schemas.microsoft.com/office/drawing/2014/main" id="{C097614E-234B-4C7A-9703-1A7F1281178C}"/>
                </a:ext>
              </a:extLst>
            </p:cNvPr>
            <p:cNvSpPr txBox="1"/>
            <p:nvPr/>
          </p:nvSpPr>
          <p:spPr>
            <a:xfrm>
              <a:off x="2721088" y="6090169"/>
              <a:ext cx="325441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引用被修正为对象拷贝后的新位置</a:t>
              </a:r>
            </a:p>
          </p:txBody>
        </p:sp>
        <p:cxnSp>
          <p:nvCxnSpPr>
            <p:cNvPr id="119" name="连接符: 肘形 118">
              <a:extLst>
                <a:ext uri="{FF2B5EF4-FFF2-40B4-BE49-F238E27FC236}">
                  <a16:creationId xmlns:a16="http://schemas.microsoft.com/office/drawing/2014/main" id="{6BA799BC-767C-4952-BF23-B294A223E46B}"/>
                </a:ext>
              </a:extLst>
            </p:cNvPr>
            <p:cNvCxnSpPr>
              <a:stCxn id="78" idx="2"/>
              <a:endCxn id="93" idx="2"/>
            </p:cNvCxnSpPr>
            <p:nvPr/>
          </p:nvCxnSpPr>
          <p:spPr>
            <a:xfrm rot="16200000" flipH="1">
              <a:off x="4729805" y="2547739"/>
              <a:ext cx="12700" cy="4483950"/>
            </a:xfrm>
            <a:prstGeom prst="bentConnector3">
              <a:avLst>
                <a:gd name="adj1" fmla="val 4885717"/>
              </a:avLst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文本框 120">
              <a:extLst>
                <a:ext uri="{FF2B5EF4-FFF2-40B4-BE49-F238E27FC236}">
                  <a16:creationId xmlns:a16="http://schemas.microsoft.com/office/drawing/2014/main" id="{939E3F10-BD0B-42CB-8869-5C82A982BF27}"/>
                </a:ext>
              </a:extLst>
            </p:cNvPr>
            <p:cNvSpPr txBox="1"/>
            <p:nvPr/>
          </p:nvSpPr>
          <p:spPr>
            <a:xfrm>
              <a:off x="3809372" y="5406872"/>
              <a:ext cx="15600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forwarding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指针</a:t>
              </a:r>
            </a:p>
          </p:txBody>
        </p:sp>
        <p:cxnSp>
          <p:nvCxnSpPr>
            <p:cNvPr id="131" name="连接符: 肘形 130">
              <a:extLst>
                <a:ext uri="{FF2B5EF4-FFF2-40B4-BE49-F238E27FC236}">
                  <a16:creationId xmlns:a16="http://schemas.microsoft.com/office/drawing/2014/main" id="{C3FF2C75-8A8A-4EBC-8EB1-843A1EDF50B3}"/>
                </a:ext>
              </a:extLst>
            </p:cNvPr>
            <p:cNvCxnSpPr>
              <a:stCxn id="79" idx="0"/>
              <a:endCxn id="94" idx="0"/>
            </p:cNvCxnSpPr>
            <p:nvPr/>
          </p:nvCxnSpPr>
          <p:spPr>
            <a:xfrm rot="16200000" flipH="1">
              <a:off x="5844346" y="1805290"/>
              <a:ext cx="9897" cy="4482452"/>
            </a:xfrm>
            <a:prstGeom prst="bentConnector3">
              <a:avLst>
                <a:gd name="adj1" fmla="val -5609498"/>
              </a:avLst>
            </a:prstGeom>
            <a:ln w="28575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文本框 133">
              <a:extLst>
                <a:ext uri="{FF2B5EF4-FFF2-40B4-BE49-F238E27FC236}">
                  <a16:creationId xmlns:a16="http://schemas.microsoft.com/office/drawing/2014/main" id="{662A9D93-F67D-4499-A3B1-F63FC0696993}"/>
                </a:ext>
              </a:extLst>
            </p:cNvPr>
            <p:cNvSpPr txBox="1"/>
            <p:nvPr/>
          </p:nvSpPr>
          <p:spPr>
            <a:xfrm>
              <a:off x="3908494" y="3486440"/>
              <a:ext cx="15600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forwarding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指针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104080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文本框 84">
            <a:extLst>
              <a:ext uri="{FF2B5EF4-FFF2-40B4-BE49-F238E27FC236}">
                <a16:creationId xmlns:a16="http://schemas.microsoft.com/office/drawing/2014/main" id="{023C2200-4BCF-4801-832B-5762EC801BD7}"/>
              </a:ext>
            </a:extLst>
          </p:cNvPr>
          <p:cNvSpPr txBox="1"/>
          <p:nvPr/>
        </p:nvSpPr>
        <p:spPr>
          <a:xfrm>
            <a:off x="3756245" y="2888142"/>
            <a:ext cx="4944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扫描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Survivor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区，处理新复制对象的子引用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901B4DC3-9D4B-4270-817D-1CCF268B77DD}"/>
              </a:ext>
            </a:extLst>
          </p:cNvPr>
          <p:cNvSpPr/>
          <p:nvPr/>
        </p:nvSpPr>
        <p:spPr>
          <a:xfrm>
            <a:off x="2107819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10077A4-3C37-4477-9A1E-770D00B5B0D9}"/>
              </a:ext>
            </a:extLst>
          </p:cNvPr>
          <p:cNvSpPr/>
          <p:nvPr/>
        </p:nvSpPr>
        <p:spPr>
          <a:xfrm>
            <a:off x="3228058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D86105B-274B-4155-A273-D047ED239A56}"/>
              </a:ext>
            </a:extLst>
          </p:cNvPr>
          <p:cNvSpPr/>
          <p:nvPr/>
        </p:nvSpPr>
        <p:spPr>
          <a:xfrm>
            <a:off x="4348297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D9856EA2-5900-4FED-A157-938A14B84D68}"/>
              </a:ext>
            </a:extLst>
          </p:cNvPr>
          <p:cNvSpPr/>
          <p:nvPr/>
        </p:nvSpPr>
        <p:spPr>
          <a:xfrm>
            <a:off x="1927710" y="810641"/>
            <a:ext cx="8967900" cy="127654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C44E6A69-5A3A-4F16-B5B0-D385DFE085F5}"/>
              </a:ext>
            </a:extLst>
          </p:cNvPr>
          <p:cNvSpPr txBox="1"/>
          <p:nvPr/>
        </p:nvSpPr>
        <p:spPr>
          <a:xfrm>
            <a:off x="3726656" y="1742667"/>
            <a:ext cx="8627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Eden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</a:t>
            </a: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96D3F3F1-9D1E-4A72-BAD4-0570C89F7671}"/>
              </a:ext>
            </a:extLst>
          </p:cNvPr>
          <p:cNvSpPr txBox="1"/>
          <p:nvPr/>
        </p:nvSpPr>
        <p:spPr>
          <a:xfrm>
            <a:off x="8073188" y="1742667"/>
            <a:ext cx="11608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Survivor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</a:t>
            </a:r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55F20191-0367-431B-B353-AF7CFC9F5A61}"/>
              </a:ext>
            </a:extLst>
          </p:cNvPr>
          <p:cNvSpPr/>
          <p:nvPr/>
        </p:nvSpPr>
        <p:spPr>
          <a:xfrm>
            <a:off x="296934" y="754343"/>
            <a:ext cx="1250766" cy="109825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D0CAAE7B-DC4A-4FDC-8A2E-E574348426E1}"/>
              </a:ext>
            </a:extLst>
          </p:cNvPr>
          <p:cNvSpPr/>
          <p:nvPr/>
        </p:nvSpPr>
        <p:spPr>
          <a:xfrm>
            <a:off x="5468536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E1B83A5A-787D-4933-B593-C7D70519DFE7}"/>
              </a:ext>
            </a:extLst>
          </p:cNvPr>
          <p:cNvCxnSpPr>
            <a:cxnSpLocks/>
            <a:stCxn id="81" idx="0"/>
            <a:endCxn id="81" idx="2"/>
          </p:cNvCxnSpPr>
          <p:nvPr/>
        </p:nvCxnSpPr>
        <p:spPr>
          <a:xfrm>
            <a:off x="6411660" y="810641"/>
            <a:ext cx="0" cy="12765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BEBD06B6-CEE2-4EBC-A193-11CB37304F65}"/>
              </a:ext>
            </a:extLst>
          </p:cNvPr>
          <p:cNvCxnSpPr>
            <a:cxnSpLocks/>
            <a:stCxn id="80" idx="3"/>
            <a:endCxn id="86" idx="1"/>
          </p:cNvCxnSpPr>
          <p:nvPr/>
        </p:nvCxnSpPr>
        <p:spPr>
          <a:xfrm>
            <a:off x="5108318" y="1303469"/>
            <a:ext cx="36021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连接符: 肘形 90">
            <a:extLst>
              <a:ext uri="{FF2B5EF4-FFF2-40B4-BE49-F238E27FC236}">
                <a16:creationId xmlns:a16="http://schemas.microsoft.com/office/drawing/2014/main" id="{38D51557-D009-4B28-A13B-1664DBEDD506}"/>
              </a:ext>
            </a:extLst>
          </p:cNvPr>
          <p:cNvCxnSpPr>
            <a:cxnSpLocks/>
            <a:stCxn id="84" idx="5"/>
          </p:cNvCxnSpPr>
          <p:nvPr/>
        </p:nvCxnSpPr>
        <p:spPr>
          <a:xfrm rot="5400000" flipH="1" flipV="1">
            <a:off x="4295151" y="-1262975"/>
            <a:ext cx="24114" cy="5885356"/>
          </a:xfrm>
          <a:prstGeom prst="bentConnector4">
            <a:avLst>
              <a:gd name="adj1" fmla="val -3213341"/>
              <a:gd name="adj2" fmla="val 10008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连接符: 肘形 91">
            <a:extLst>
              <a:ext uri="{FF2B5EF4-FFF2-40B4-BE49-F238E27FC236}">
                <a16:creationId xmlns:a16="http://schemas.microsoft.com/office/drawing/2014/main" id="{F8241F47-972A-448A-8DF1-AE45B4328718}"/>
              </a:ext>
            </a:extLst>
          </p:cNvPr>
          <p:cNvCxnSpPr>
            <a:cxnSpLocks/>
            <a:stCxn id="84" idx="4"/>
            <a:endCxn id="94" idx="2"/>
          </p:cNvCxnSpPr>
          <p:nvPr/>
        </p:nvCxnSpPr>
        <p:spPr>
          <a:xfrm rot="5400000" flipH="1" flipV="1">
            <a:off x="4417903" y="-1820023"/>
            <a:ext cx="177032" cy="7168204"/>
          </a:xfrm>
          <a:prstGeom prst="bentConnector3">
            <a:avLst>
              <a:gd name="adj1" fmla="val -46453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矩形 92">
            <a:extLst>
              <a:ext uri="{FF2B5EF4-FFF2-40B4-BE49-F238E27FC236}">
                <a16:creationId xmlns:a16="http://schemas.microsoft.com/office/drawing/2014/main" id="{F7767BEC-FBD6-4E17-8148-E8BCC9283E25}"/>
              </a:ext>
            </a:extLst>
          </p:cNvPr>
          <p:cNvSpPr/>
          <p:nvPr/>
        </p:nvSpPr>
        <p:spPr>
          <a:xfrm>
            <a:off x="6591769" y="92939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zh-CN" altLang="en-US" b="1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21FBFDFC-02AD-48FE-BD2F-528A12767831}"/>
              </a:ext>
            </a:extLst>
          </p:cNvPr>
          <p:cNvSpPr/>
          <p:nvPr/>
        </p:nvSpPr>
        <p:spPr>
          <a:xfrm>
            <a:off x="7710510" y="927417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zh-CN" altLang="en-US" b="1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9" name="连接符: 肘形 118">
            <a:extLst>
              <a:ext uri="{FF2B5EF4-FFF2-40B4-BE49-F238E27FC236}">
                <a16:creationId xmlns:a16="http://schemas.microsoft.com/office/drawing/2014/main" id="{6BA799BC-767C-4952-BF23-B294A223E46B}"/>
              </a:ext>
            </a:extLst>
          </p:cNvPr>
          <p:cNvCxnSpPr>
            <a:cxnSpLocks/>
            <a:stCxn id="78" idx="2"/>
            <a:endCxn id="93" idx="2"/>
          </p:cNvCxnSpPr>
          <p:nvPr/>
        </p:nvCxnSpPr>
        <p:spPr>
          <a:xfrm rot="16200000" flipH="1">
            <a:off x="4729805" y="-564433"/>
            <a:ext cx="12700" cy="4483950"/>
          </a:xfrm>
          <a:prstGeom prst="bentConnector3">
            <a:avLst>
              <a:gd name="adj1" fmla="val 4885717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连接符: 肘形 130">
            <a:extLst>
              <a:ext uri="{FF2B5EF4-FFF2-40B4-BE49-F238E27FC236}">
                <a16:creationId xmlns:a16="http://schemas.microsoft.com/office/drawing/2014/main" id="{C3FF2C75-8A8A-4EBC-8EB1-843A1EDF50B3}"/>
              </a:ext>
            </a:extLst>
          </p:cNvPr>
          <p:cNvCxnSpPr>
            <a:cxnSpLocks/>
            <a:stCxn id="79" idx="0"/>
            <a:endCxn id="94" idx="0"/>
          </p:cNvCxnSpPr>
          <p:nvPr/>
        </p:nvCxnSpPr>
        <p:spPr>
          <a:xfrm rot="5400000" flipH="1" flipV="1">
            <a:off x="5848306" y="-1312819"/>
            <a:ext cx="1979" cy="4482452"/>
          </a:xfrm>
          <a:prstGeom prst="bentConnector3">
            <a:avLst>
              <a:gd name="adj1" fmla="val 41354624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3A516239-AA3C-4FF2-8051-8D4EB33EB78A}"/>
              </a:ext>
            </a:extLst>
          </p:cNvPr>
          <p:cNvCxnSpPr>
            <a:stCxn id="94" idx="1"/>
            <a:endCxn id="93" idx="3"/>
          </p:cNvCxnSpPr>
          <p:nvPr/>
        </p:nvCxnSpPr>
        <p:spPr>
          <a:xfrm flipH="1">
            <a:off x="7351790" y="1301490"/>
            <a:ext cx="358720" cy="197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矩形 51">
            <a:extLst>
              <a:ext uri="{FF2B5EF4-FFF2-40B4-BE49-F238E27FC236}">
                <a16:creationId xmlns:a16="http://schemas.microsoft.com/office/drawing/2014/main" id="{E4A515F7-2A86-4E00-A45C-AD80FAA4F6A3}"/>
              </a:ext>
            </a:extLst>
          </p:cNvPr>
          <p:cNvSpPr/>
          <p:nvPr/>
        </p:nvSpPr>
        <p:spPr>
          <a:xfrm>
            <a:off x="8829251" y="935746"/>
            <a:ext cx="760021" cy="7481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40FD09C5-2D4B-419E-A189-995E0267963D}"/>
              </a:ext>
            </a:extLst>
          </p:cNvPr>
          <p:cNvCxnSpPr>
            <a:stCxn id="93" idx="0"/>
            <a:endCxn id="52" idx="0"/>
          </p:cNvCxnSpPr>
          <p:nvPr/>
        </p:nvCxnSpPr>
        <p:spPr>
          <a:xfrm rot="16200000" flipH="1">
            <a:off x="8087346" y="-186170"/>
            <a:ext cx="6350" cy="2237482"/>
          </a:xfrm>
          <a:prstGeom prst="bentConnector3">
            <a:avLst>
              <a:gd name="adj1" fmla="val -453505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413D7785-C0E2-4626-B3F8-A95A66EADA13}"/>
              </a:ext>
            </a:extLst>
          </p:cNvPr>
          <p:cNvCxnSpPr>
            <a:cxnSpLocks/>
            <a:stCxn id="86" idx="0"/>
          </p:cNvCxnSpPr>
          <p:nvPr/>
        </p:nvCxnSpPr>
        <p:spPr>
          <a:xfrm rot="16200000" flipH="1">
            <a:off x="7656384" y="-878441"/>
            <a:ext cx="6350" cy="3622024"/>
          </a:xfrm>
          <a:prstGeom prst="bentConnector4">
            <a:avLst>
              <a:gd name="adj1" fmla="val -8649354"/>
              <a:gd name="adj2" fmla="val 99836"/>
            </a:avLst>
          </a:prstGeom>
          <a:ln w="28575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FF1BEBED-7238-432A-8CF8-5E07C550575D}"/>
              </a:ext>
            </a:extLst>
          </p:cNvPr>
          <p:cNvSpPr txBox="1"/>
          <p:nvPr/>
        </p:nvSpPr>
        <p:spPr>
          <a:xfrm>
            <a:off x="9470571" y="395107"/>
            <a:ext cx="1560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forwarding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指针</a:t>
            </a: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CAB03332-A267-4F01-A81F-442310F12F82}"/>
              </a:ext>
            </a:extLst>
          </p:cNvPr>
          <p:cNvSpPr txBox="1"/>
          <p:nvPr/>
        </p:nvSpPr>
        <p:spPr>
          <a:xfrm>
            <a:off x="4363434" y="6156505"/>
            <a:ext cx="4456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④ 循环结束，清空旧 </a:t>
            </a:r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Eden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区并交换空间</a:t>
            </a:r>
          </a:p>
        </p:txBody>
      </p:sp>
      <p:grpSp>
        <p:nvGrpSpPr>
          <p:cNvPr id="112" name="组合 111">
            <a:extLst>
              <a:ext uri="{FF2B5EF4-FFF2-40B4-BE49-F238E27FC236}">
                <a16:creationId xmlns:a16="http://schemas.microsoft.com/office/drawing/2014/main" id="{BA6633AE-5A50-4626-A8A8-101F5E0B21C6}"/>
              </a:ext>
            </a:extLst>
          </p:cNvPr>
          <p:cNvGrpSpPr/>
          <p:nvPr/>
        </p:nvGrpSpPr>
        <p:grpSpPr>
          <a:xfrm>
            <a:off x="296934" y="4201023"/>
            <a:ext cx="10598676" cy="1332843"/>
            <a:chOff x="296934" y="371210"/>
            <a:chExt cx="10598676" cy="1332843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F1C553ED-D151-413C-AB67-B34F3A45BDA2}"/>
                </a:ext>
              </a:extLst>
            </p:cNvPr>
            <p:cNvSpPr/>
            <p:nvPr/>
          </p:nvSpPr>
          <p:spPr>
            <a:xfrm>
              <a:off x="2107819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B8FDC3AE-5886-49EC-9341-79769917A065}"/>
                </a:ext>
              </a:extLst>
            </p:cNvPr>
            <p:cNvSpPr/>
            <p:nvPr/>
          </p:nvSpPr>
          <p:spPr>
            <a:xfrm>
              <a:off x="3228058" y="546263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ABCEF77E-D467-4635-ACA8-2299E3B2485D}"/>
                </a:ext>
              </a:extLst>
            </p:cNvPr>
            <p:cNvSpPr/>
            <p:nvPr/>
          </p:nvSpPr>
          <p:spPr>
            <a:xfrm>
              <a:off x="1927710" y="427508"/>
              <a:ext cx="8967900" cy="127654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7" name="文本框 116">
              <a:extLst>
                <a:ext uri="{FF2B5EF4-FFF2-40B4-BE49-F238E27FC236}">
                  <a16:creationId xmlns:a16="http://schemas.microsoft.com/office/drawing/2014/main" id="{0F1889AC-3CBA-4177-A809-EFEFA2F545BB}"/>
                </a:ext>
              </a:extLst>
            </p:cNvPr>
            <p:cNvSpPr txBox="1"/>
            <p:nvPr/>
          </p:nvSpPr>
          <p:spPr>
            <a:xfrm>
              <a:off x="3726656" y="1359534"/>
              <a:ext cx="8627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Eden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118" name="文本框 117">
              <a:extLst>
                <a:ext uri="{FF2B5EF4-FFF2-40B4-BE49-F238E27FC236}">
                  <a16:creationId xmlns:a16="http://schemas.microsoft.com/office/drawing/2014/main" id="{CEEEDE6B-2DEA-4ED5-B433-F2852D2260D4}"/>
                </a:ext>
              </a:extLst>
            </p:cNvPr>
            <p:cNvSpPr txBox="1"/>
            <p:nvPr/>
          </p:nvSpPr>
          <p:spPr>
            <a:xfrm>
              <a:off x="8073188" y="1359534"/>
              <a:ext cx="116089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Survivor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区</a:t>
              </a:r>
            </a:p>
          </p:txBody>
        </p:sp>
        <p:sp>
          <p:nvSpPr>
            <p:cNvPr id="120" name="椭圆 119">
              <a:extLst>
                <a:ext uri="{FF2B5EF4-FFF2-40B4-BE49-F238E27FC236}">
                  <a16:creationId xmlns:a16="http://schemas.microsoft.com/office/drawing/2014/main" id="{F81B3FDD-6843-45D3-9E9E-D1B27698607F}"/>
                </a:ext>
              </a:extLst>
            </p:cNvPr>
            <p:cNvSpPr/>
            <p:nvPr/>
          </p:nvSpPr>
          <p:spPr>
            <a:xfrm>
              <a:off x="296934" y="371210"/>
              <a:ext cx="1250766" cy="1098252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根集合</a:t>
              </a: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6F714A8F-8597-402B-8359-314D235D6E22}"/>
                </a:ext>
              </a:extLst>
            </p:cNvPr>
            <p:cNvSpPr/>
            <p:nvPr/>
          </p:nvSpPr>
          <p:spPr>
            <a:xfrm>
              <a:off x="4348296" y="539914"/>
              <a:ext cx="760021" cy="748146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23" name="直接连接符 122">
              <a:extLst>
                <a:ext uri="{FF2B5EF4-FFF2-40B4-BE49-F238E27FC236}">
                  <a16:creationId xmlns:a16="http://schemas.microsoft.com/office/drawing/2014/main" id="{7FB7B350-2C64-4B12-808B-28A796586527}"/>
                </a:ext>
              </a:extLst>
            </p:cNvPr>
            <p:cNvCxnSpPr>
              <a:stCxn id="116" idx="0"/>
              <a:endCxn id="116" idx="2"/>
            </p:cNvCxnSpPr>
            <p:nvPr/>
          </p:nvCxnSpPr>
          <p:spPr>
            <a:xfrm>
              <a:off x="6411660" y="427508"/>
              <a:ext cx="0" cy="12765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箭头连接符 123">
              <a:extLst>
                <a:ext uri="{FF2B5EF4-FFF2-40B4-BE49-F238E27FC236}">
                  <a16:creationId xmlns:a16="http://schemas.microsoft.com/office/drawing/2014/main" id="{067D98DA-EB7D-4505-BDD7-5D4C72877E8F}"/>
                </a:ext>
              </a:extLst>
            </p:cNvPr>
            <p:cNvCxnSpPr>
              <a:stCxn id="114" idx="1"/>
              <a:endCxn id="113" idx="3"/>
            </p:cNvCxnSpPr>
            <p:nvPr/>
          </p:nvCxnSpPr>
          <p:spPr>
            <a:xfrm flipH="1">
              <a:off x="2867840" y="920336"/>
              <a:ext cx="360218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连接符: 肘形 125">
              <a:extLst>
                <a:ext uri="{FF2B5EF4-FFF2-40B4-BE49-F238E27FC236}">
                  <a16:creationId xmlns:a16="http://schemas.microsoft.com/office/drawing/2014/main" id="{2372CEDC-E473-46C7-AA97-6078CB3C3B76}"/>
                </a:ext>
              </a:extLst>
            </p:cNvPr>
            <p:cNvCxnSpPr>
              <a:stCxn id="113" idx="0"/>
              <a:endCxn id="122" idx="0"/>
            </p:cNvCxnSpPr>
            <p:nvPr/>
          </p:nvCxnSpPr>
          <p:spPr>
            <a:xfrm rot="5400000" flipH="1" flipV="1">
              <a:off x="3604894" y="-577149"/>
              <a:ext cx="6349" cy="2240477"/>
            </a:xfrm>
            <a:prstGeom prst="bentConnector3">
              <a:avLst>
                <a:gd name="adj1" fmla="val 6506206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连接符: 肘形 126">
              <a:extLst>
                <a:ext uri="{FF2B5EF4-FFF2-40B4-BE49-F238E27FC236}">
                  <a16:creationId xmlns:a16="http://schemas.microsoft.com/office/drawing/2014/main" id="{2CC53810-53E9-461E-8054-0847F85ECA1D}"/>
                </a:ext>
              </a:extLst>
            </p:cNvPr>
            <p:cNvCxnSpPr>
              <a:cxnSpLocks/>
              <a:stCxn id="120" idx="5"/>
              <a:endCxn id="113" idx="2"/>
            </p:cNvCxnSpPr>
            <p:nvPr/>
          </p:nvCxnSpPr>
          <p:spPr>
            <a:xfrm rot="5400000" flipH="1" flipV="1">
              <a:off x="1919071" y="739868"/>
              <a:ext cx="14218" cy="1123300"/>
            </a:xfrm>
            <a:prstGeom prst="bentConnector3">
              <a:avLst>
                <a:gd name="adj1" fmla="val -432596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连接符: 肘形 127">
              <a:extLst>
                <a:ext uri="{FF2B5EF4-FFF2-40B4-BE49-F238E27FC236}">
                  <a16:creationId xmlns:a16="http://schemas.microsoft.com/office/drawing/2014/main" id="{51317762-21D1-4933-972E-1C627DC8B324}"/>
                </a:ext>
              </a:extLst>
            </p:cNvPr>
            <p:cNvCxnSpPr>
              <a:cxnSpLocks/>
              <a:stCxn id="120" idx="4"/>
              <a:endCxn id="114" idx="2"/>
            </p:cNvCxnSpPr>
            <p:nvPr/>
          </p:nvCxnSpPr>
          <p:spPr>
            <a:xfrm rot="5400000" flipH="1" flipV="1">
              <a:off x="2177666" y="39060"/>
              <a:ext cx="175053" cy="2685752"/>
            </a:xfrm>
            <a:prstGeom prst="bentConnector3">
              <a:avLst>
                <a:gd name="adj1" fmla="val -44264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96552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C54B052-85EC-43C7-895F-390F52C4BF41}"/>
              </a:ext>
            </a:extLst>
          </p:cNvPr>
          <p:cNvSpPr/>
          <p:nvPr/>
        </p:nvSpPr>
        <p:spPr>
          <a:xfrm>
            <a:off x="694706" y="1163783"/>
            <a:ext cx="2511632" cy="257694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59B3CC8-61B6-4C97-9146-47C90EB9958F}"/>
              </a:ext>
            </a:extLst>
          </p:cNvPr>
          <p:cNvSpPr txBox="1"/>
          <p:nvPr/>
        </p:nvSpPr>
        <p:spPr>
          <a:xfrm>
            <a:off x="830664" y="1288474"/>
            <a:ext cx="2276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VM C++ </a:t>
            </a:r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本地执行栈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39B98B-0399-48AC-BA70-D6DF25FBDACB}"/>
              </a:ext>
            </a:extLst>
          </p:cNvPr>
          <p:cNvSpPr/>
          <p:nvPr/>
        </p:nvSpPr>
        <p:spPr>
          <a:xfrm>
            <a:off x="923002" y="1764084"/>
            <a:ext cx="2055040" cy="64126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对象句柄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Handle&lt;PyObject&gt; a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C59DB27-B462-48EF-A2D4-540A9BA5ED36}"/>
              </a:ext>
            </a:extLst>
          </p:cNvPr>
          <p:cNvSpPr/>
          <p:nvPr/>
        </p:nvSpPr>
        <p:spPr>
          <a:xfrm>
            <a:off x="923002" y="2674915"/>
            <a:ext cx="2055040" cy="64126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对象句柄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Handle&lt;PyObject&gt; b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3DC939C-6419-4A67-B284-295C2E3CFB9B}"/>
              </a:ext>
            </a:extLst>
          </p:cNvPr>
          <p:cNvSpPr/>
          <p:nvPr/>
        </p:nvSpPr>
        <p:spPr>
          <a:xfrm>
            <a:off x="3888475" y="1163781"/>
            <a:ext cx="2837898" cy="346759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13968E6-5953-4281-8061-4D02E367C50A}"/>
              </a:ext>
            </a:extLst>
          </p:cNvPr>
          <p:cNvSpPr txBox="1"/>
          <p:nvPr/>
        </p:nvSpPr>
        <p:spPr>
          <a:xfrm>
            <a:off x="3993214" y="1288474"/>
            <a:ext cx="2762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HandleScopeImplementer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7F17227-4DA9-41A7-966A-D63C81105C34}"/>
              </a:ext>
            </a:extLst>
          </p:cNvPr>
          <p:cNvSpPr txBox="1"/>
          <p:nvPr/>
        </p:nvSpPr>
        <p:spPr>
          <a:xfrm>
            <a:off x="1742773" y="3316182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038BC16A-FBA6-476F-9FC0-0C222D2BB8BE}"/>
              </a:ext>
            </a:extLst>
          </p:cNvPr>
          <p:cNvGrpSpPr/>
          <p:nvPr/>
        </p:nvGrpSpPr>
        <p:grpSpPr>
          <a:xfrm>
            <a:off x="4063331" y="1764083"/>
            <a:ext cx="2521537" cy="1507570"/>
            <a:chOff x="4063331" y="1004061"/>
            <a:chExt cx="2521537" cy="1507570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E1AACC79-074F-412B-BC66-89FFAA5E14CE}"/>
                </a:ext>
              </a:extLst>
            </p:cNvPr>
            <p:cNvSpPr/>
            <p:nvPr/>
          </p:nvSpPr>
          <p:spPr>
            <a:xfrm>
              <a:off x="4067984" y="1004061"/>
              <a:ext cx="2516884" cy="150757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1E0A0A11-91B9-4A54-9945-F98074EBE5E6}"/>
                </a:ext>
              </a:extLst>
            </p:cNvPr>
            <p:cNvCxnSpPr/>
            <p:nvPr/>
          </p:nvCxnSpPr>
          <p:spPr>
            <a:xfrm>
              <a:off x="4067984" y="1389413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2CBA9AAC-C452-4ABF-90F1-5D44E221817C}"/>
                </a:ext>
              </a:extLst>
            </p:cNvPr>
            <p:cNvSpPr txBox="1"/>
            <p:nvPr/>
          </p:nvSpPr>
          <p:spPr>
            <a:xfrm>
              <a:off x="4947312" y="1004061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Block</a:t>
              </a:r>
            </a:p>
          </p:txBody>
        </p: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720AA229-441F-42B4-9835-C6270C2455F6}"/>
                </a:ext>
              </a:extLst>
            </p:cNvPr>
            <p:cNvCxnSpPr/>
            <p:nvPr/>
          </p:nvCxnSpPr>
          <p:spPr>
            <a:xfrm>
              <a:off x="4063331" y="1757846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EBCD9CB9-FBF7-459F-AC24-D1D70325F491}"/>
                </a:ext>
              </a:extLst>
            </p:cNvPr>
            <p:cNvSpPr txBox="1"/>
            <p:nvPr/>
          </p:nvSpPr>
          <p:spPr>
            <a:xfrm>
              <a:off x="4133318" y="1403271"/>
              <a:ext cx="12410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Address Slot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BF165C30-4D85-45BF-8CC4-78F4317988C5}"/>
                </a:ext>
              </a:extLst>
            </p:cNvPr>
            <p:cNvSpPr txBox="1"/>
            <p:nvPr/>
          </p:nvSpPr>
          <p:spPr>
            <a:xfrm>
              <a:off x="4133317" y="1789480"/>
              <a:ext cx="124104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Address Slot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3278FE96-079D-410D-B98C-39D2D913EAB0}"/>
                </a:ext>
              </a:extLst>
            </p:cNvPr>
            <p:cNvCxnSpPr/>
            <p:nvPr/>
          </p:nvCxnSpPr>
          <p:spPr>
            <a:xfrm>
              <a:off x="4063331" y="2128034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1A9FD83B-0492-4B7D-86E5-3FD41CF88389}"/>
                </a:ext>
              </a:extLst>
            </p:cNvPr>
            <p:cNvSpPr txBox="1"/>
            <p:nvPr/>
          </p:nvSpPr>
          <p:spPr>
            <a:xfrm>
              <a:off x="4133316" y="2153729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3DC4D194-8F66-46E1-89A4-194C74F2D542}"/>
              </a:ext>
            </a:extLst>
          </p:cNvPr>
          <p:cNvGrpSpPr/>
          <p:nvPr/>
        </p:nvGrpSpPr>
        <p:grpSpPr>
          <a:xfrm>
            <a:off x="4063331" y="3478723"/>
            <a:ext cx="2516884" cy="737764"/>
            <a:chOff x="4067984" y="1004061"/>
            <a:chExt cx="2516884" cy="737764"/>
          </a:xfrm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2369D7CB-553C-403B-AB33-CD2111C46C68}"/>
                </a:ext>
              </a:extLst>
            </p:cNvPr>
            <p:cNvSpPr/>
            <p:nvPr/>
          </p:nvSpPr>
          <p:spPr>
            <a:xfrm>
              <a:off x="4067984" y="1004061"/>
              <a:ext cx="2516884" cy="737764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38F6224C-6D82-4CF6-9B7A-9BD7874975F8}"/>
                </a:ext>
              </a:extLst>
            </p:cNvPr>
            <p:cNvCxnSpPr/>
            <p:nvPr/>
          </p:nvCxnSpPr>
          <p:spPr>
            <a:xfrm>
              <a:off x="4067984" y="1389413"/>
              <a:ext cx="25168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2DED7E44-C5D1-45FF-9B9A-174567A0EC1A}"/>
                </a:ext>
              </a:extLst>
            </p:cNvPr>
            <p:cNvSpPr txBox="1"/>
            <p:nvPr/>
          </p:nvSpPr>
          <p:spPr>
            <a:xfrm>
              <a:off x="4947312" y="1004061"/>
              <a:ext cx="748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Block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D1F7EE96-DC05-4026-AB51-70358B9128DB}"/>
                </a:ext>
              </a:extLst>
            </p:cNvPr>
            <p:cNvSpPr txBox="1"/>
            <p:nvPr/>
          </p:nvSpPr>
          <p:spPr>
            <a:xfrm>
              <a:off x="4133318" y="1403271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…</a:t>
              </a:r>
              <a:endParaRPr lang="zh-CN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2" name="文本框 31">
            <a:extLst>
              <a:ext uri="{FF2B5EF4-FFF2-40B4-BE49-F238E27FC236}">
                <a16:creationId xmlns:a16="http://schemas.microsoft.com/office/drawing/2014/main" id="{A06BBB25-DB33-48CA-B5D3-7A91AE0F1AE4}"/>
              </a:ext>
            </a:extLst>
          </p:cNvPr>
          <p:cNvSpPr txBox="1"/>
          <p:nvPr/>
        </p:nvSpPr>
        <p:spPr>
          <a:xfrm>
            <a:off x="5109371" y="418091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A5BC759A-5196-4E63-B82F-90A18A5C7885}"/>
              </a:ext>
            </a:extLst>
          </p:cNvPr>
          <p:cNvSpPr/>
          <p:nvPr/>
        </p:nvSpPr>
        <p:spPr>
          <a:xfrm>
            <a:off x="7440890" y="1175654"/>
            <a:ext cx="2535381" cy="297477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C25AB7E-834F-4682-A7AC-3F3BA9010492}"/>
              </a:ext>
            </a:extLst>
          </p:cNvPr>
          <p:cNvSpPr txBox="1"/>
          <p:nvPr/>
        </p:nvSpPr>
        <p:spPr>
          <a:xfrm>
            <a:off x="8101453" y="1200604"/>
            <a:ext cx="11528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 Heap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3FB0665-D084-4B96-9813-383F7F5D2E78}"/>
              </a:ext>
            </a:extLst>
          </p:cNvPr>
          <p:cNvSpPr/>
          <p:nvPr/>
        </p:nvSpPr>
        <p:spPr>
          <a:xfrm>
            <a:off x="7629896" y="1681556"/>
            <a:ext cx="1442852" cy="5397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实例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54DBEB3F-8A05-404D-BF59-56C56ECBF7E2}"/>
              </a:ext>
            </a:extLst>
          </p:cNvPr>
          <p:cNvSpPr/>
          <p:nvPr/>
        </p:nvSpPr>
        <p:spPr>
          <a:xfrm>
            <a:off x="8351322" y="2423761"/>
            <a:ext cx="1442852" cy="5397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07D3683-C109-4B13-A1E6-15F13DD6B934}"/>
              </a:ext>
            </a:extLst>
          </p:cNvPr>
          <p:cNvSpPr/>
          <p:nvPr/>
        </p:nvSpPr>
        <p:spPr>
          <a:xfrm>
            <a:off x="7874330" y="3230982"/>
            <a:ext cx="1442852" cy="5397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PyObject </a:t>
            </a:r>
            <a:r>
              <a:rPr lang="zh-CN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实例</a:t>
            </a: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CE9BF615-963F-4217-97B8-87F053A55AC1}"/>
              </a:ext>
            </a:extLst>
          </p:cNvPr>
          <p:cNvCxnSpPr>
            <a:cxnSpLocks/>
          </p:cNvCxnSpPr>
          <p:nvPr/>
        </p:nvCxnSpPr>
        <p:spPr>
          <a:xfrm>
            <a:off x="2967753" y="2084718"/>
            <a:ext cx="1085289" cy="247852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6FB9C4D7-C170-49C1-9D95-A803DCA75B33}"/>
              </a:ext>
            </a:extLst>
          </p:cNvPr>
          <p:cNvCxnSpPr>
            <a:stCxn id="8" idx="3"/>
          </p:cNvCxnSpPr>
          <p:nvPr/>
        </p:nvCxnSpPr>
        <p:spPr>
          <a:xfrm flipV="1">
            <a:off x="2978042" y="2718779"/>
            <a:ext cx="1085289" cy="276770"/>
          </a:xfrm>
          <a:prstGeom prst="curvedConnector3">
            <a:avLst>
              <a:gd name="adj1" fmla="val 4890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834E3361-9E70-429A-8040-A432982F0C6C}"/>
              </a:ext>
            </a:extLst>
          </p:cNvPr>
          <p:cNvCxnSpPr>
            <a:endCxn id="35" idx="1"/>
          </p:cNvCxnSpPr>
          <p:nvPr/>
        </p:nvCxnSpPr>
        <p:spPr>
          <a:xfrm flipV="1">
            <a:off x="6187044" y="1951422"/>
            <a:ext cx="1442852" cy="381148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连接符: 曲线 45">
            <a:extLst>
              <a:ext uri="{FF2B5EF4-FFF2-40B4-BE49-F238E27FC236}">
                <a16:creationId xmlns:a16="http://schemas.microsoft.com/office/drawing/2014/main" id="{EDE7FC62-6466-4E89-B32B-6BAD85AA0967}"/>
              </a:ext>
            </a:extLst>
          </p:cNvPr>
          <p:cNvCxnSpPr>
            <a:endCxn id="37" idx="1"/>
          </p:cNvCxnSpPr>
          <p:nvPr/>
        </p:nvCxnSpPr>
        <p:spPr>
          <a:xfrm>
            <a:off x="6187044" y="2693626"/>
            <a:ext cx="1687286" cy="807222"/>
          </a:xfrm>
          <a:prstGeom prst="curved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椭圆 47">
            <a:extLst>
              <a:ext uri="{FF2B5EF4-FFF2-40B4-BE49-F238E27FC236}">
                <a16:creationId xmlns:a16="http://schemas.microsoft.com/office/drawing/2014/main" id="{FCA67E31-38A2-4F8C-AD6A-09046B59C8CB}"/>
              </a:ext>
            </a:extLst>
          </p:cNvPr>
          <p:cNvSpPr/>
          <p:nvPr/>
        </p:nvSpPr>
        <p:spPr>
          <a:xfrm>
            <a:off x="2917230" y="2023786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46645D00-F578-4342-B275-1479F5B8FDCE}"/>
              </a:ext>
            </a:extLst>
          </p:cNvPr>
          <p:cNvSpPr/>
          <p:nvPr/>
        </p:nvSpPr>
        <p:spPr>
          <a:xfrm>
            <a:off x="2916152" y="2927504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38A791B3-CE4D-4BCD-A8A5-319BD6B0B097}"/>
              </a:ext>
            </a:extLst>
          </p:cNvPr>
          <p:cNvSpPr/>
          <p:nvPr/>
        </p:nvSpPr>
        <p:spPr>
          <a:xfrm>
            <a:off x="6118761" y="2265878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0D8FD23D-36EF-49FF-866A-25A07B644D32}"/>
              </a:ext>
            </a:extLst>
          </p:cNvPr>
          <p:cNvSpPr/>
          <p:nvPr/>
        </p:nvSpPr>
        <p:spPr>
          <a:xfrm>
            <a:off x="6119414" y="2632719"/>
            <a:ext cx="136566" cy="1365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1517FBA1-FEA6-45B6-889D-84A5A650A4D0}"/>
              </a:ext>
            </a:extLst>
          </p:cNvPr>
          <p:cNvSpPr/>
          <p:nvPr/>
        </p:nvSpPr>
        <p:spPr>
          <a:xfrm>
            <a:off x="4682041" y="240095"/>
            <a:ext cx="1250766" cy="546793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根集合</a:t>
            </a:r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6932A383-4A4F-417D-9C59-ABC7C49AA812}"/>
              </a:ext>
            </a:extLst>
          </p:cNvPr>
          <p:cNvCxnSpPr>
            <a:stCxn id="52" idx="4"/>
            <a:endCxn id="10" idx="0"/>
          </p:cNvCxnSpPr>
          <p:nvPr/>
        </p:nvCxnSpPr>
        <p:spPr>
          <a:xfrm>
            <a:off x="5307424" y="786888"/>
            <a:ext cx="0" cy="3768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269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925</TotalTime>
  <Words>1378</Words>
  <Application>Microsoft Office PowerPoint</Application>
  <PresentationFormat>宽屏</PresentationFormat>
  <Paragraphs>339</Paragraphs>
  <Slides>14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2" baseType="lpstr">
      <vt:lpstr>JetBrains Mono</vt:lpstr>
      <vt:lpstr>等线</vt:lpstr>
      <vt:lpstr>等线 Light</vt:lpstr>
      <vt:lpstr>宋体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 P</dc:creator>
  <cp:lastModifiedBy>R P</cp:lastModifiedBy>
  <cp:revision>442</cp:revision>
  <dcterms:created xsi:type="dcterms:W3CDTF">2026-04-25T11:47:52Z</dcterms:created>
  <dcterms:modified xsi:type="dcterms:W3CDTF">2026-04-27T08:54:47Z</dcterms:modified>
</cp:coreProperties>
</file>