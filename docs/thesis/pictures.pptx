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694</TotalTime>
  <Words>1082</Words>
  <Application>Microsoft Office PowerPoint</Application>
  <PresentationFormat>宽屏</PresentationFormat>
  <Paragraphs>261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314</cp:revision>
  <dcterms:created xsi:type="dcterms:W3CDTF">2026-04-25T11:47:52Z</dcterms:created>
  <dcterms:modified xsi:type="dcterms:W3CDTF">2026-04-27T04:31:47Z</dcterms:modified>
</cp:coreProperties>
</file>