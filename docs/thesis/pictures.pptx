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8" r:id="rId9"/>
    <p:sldId id="269" r:id="rId10"/>
    <p:sldId id="267" r:id="rId11"/>
    <p:sldId id="274" r:id="rId12"/>
    <p:sldId id="271" r:id="rId13"/>
    <p:sldId id="272" r:id="rId14"/>
    <p:sldId id="273" r:id="rId15"/>
    <p:sldId id="266" r:id="rId16"/>
    <p:sldId id="275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5054054" y="1967591"/>
              <a:ext cx="111440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25561" y="1820882"/>
            <a:ext cx="2050090" cy="1474521"/>
            <a:chOff x="4574514" y="1904009"/>
            <a:chExt cx="2050090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805862" y="1959549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字节码解释器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83138" y="1820882"/>
            <a:ext cx="2050090" cy="1498260"/>
            <a:chOff x="4574514" y="1904009"/>
            <a:chExt cx="2050090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5040470" y="1952685"/>
              <a:ext cx="111440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142504" y="2848596"/>
            <a:ext cx="2339439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100940" y="4625439"/>
            <a:ext cx="2422566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2826327" y="2719234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4596444" y="4008665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7550487" y="4050474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312223" y="4009403"/>
            <a:ext cx="1" cy="616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F472C36-D4F2-474C-90CA-9B3DD49B9B0B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2523506" y="4133707"/>
            <a:ext cx="991472" cy="9137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3850574" y="2740940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3850574" y="3649361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7261762" y="4283774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3714008" y="321200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3714008" y="35810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5813380" y="470205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4594118" y="2322662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6652228C-E1B5-4F84-87B2-52593BCE8154}"/>
              </a:ext>
            </a:extLst>
          </p:cNvPr>
          <p:cNvGrpSpPr/>
          <p:nvPr/>
        </p:nvGrpSpPr>
        <p:grpSpPr>
          <a:xfrm>
            <a:off x="1134094" y="795646"/>
            <a:ext cx="10842172" cy="1123745"/>
            <a:chOff x="855023" y="261257"/>
            <a:chExt cx="10842172" cy="1123745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D60A33D-9B6A-4777-8033-4C6F16EDCE1F}"/>
                </a:ext>
              </a:extLst>
            </p:cNvPr>
            <p:cNvSpPr/>
            <p:nvPr/>
          </p:nvSpPr>
          <p:spPr>
            <a:xfrm>
              <a:off x="855023" y="261257"/>
              <a:ext cx="10842172" cy="11237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26519A9-5760-42D6-AF4C-6123ACC97BA2}"/>
                </a:ext>
              </a:extLst>
            </p:cNvPr>
            <p:cNvGrpSpPr/>
            <p:nvPr/>
          </p:nvGrpSpPr>
          <p:grpSpPr>
            <a:xfrm>
              <a:off x="1000990" y="575953"/>
              <a:ext cx="7412675" cy="590305"/>
              <a:chOff x="1000990" y="575953"/>
              <a:chExt cx="7412675" cy="590305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51F2C6F-E5DF-4235-BC3F-44DCC96DAE2C}"/>
                  </a:ext>
                </a:extLst>
              </p:cNvPr>
              <p:cNvSpPr/>
              <p:nvPr/>
            </p:nvSpPr>
            <p:spPr>
              <a:xfrm>
                <a:off x="1000990" y="575955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Python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类型对象</a:t>
                </a: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B8A14FFB-340A-4755-A218-1075EDB2CCDA}"/>
                  </a:ext>
                </a:extLst>
              </p:cNvPr>
              <p:cNvSpPr/>
              <p:nvPr/>
            </p:nvSpPr>
            <p:spPr>
              <a:xfrm>
                <a:off x="3637311" y="575954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54195B23-7C26-4A6C-AFDA-993B6F68568C}"/>
                  </a:ext>
                </a:extLst>
              </p:cNvPr>
              <p:cNvSpPr/>
              <p:nvPr/>
            </p:nvSpPr>
            <p:spPr>
              <a:xfrm>
                <a:off x="6273632" y="57595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建立两者的双向绑定</a:t>
                </a:r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72A2530D-FC16-4288-B346-4B69FE5B1045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3141023" y="871106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41A7015-A0E1-4106-BA45-7055822E3751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5777344" y="871105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6524DF4-A314-468B-B3DC-E9EA959F6CC2}"/>
              </a:ext>
            </a:extLst>
          </p:cNvPr>
          <p:cNvGrpSpPr/>
          <p:nvPr/>
        </p:nvGrpSpPr>
        <p:grpSpPr>
          <a:xfrm>
            <a:off x="1131617" y="2334752"/>
            <a:ext cx="10842172" cy="1947280"/>
            <a:chOff x="852546" y="1481718"/>
            <a:chExt cx="10842172" cy="1947280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939A7BE1-95D3-4DA5-B8C5-B0122A60C0DA}"/>
                </a:ext>
              </a:extLst>
            </p:cNvPr>
            <p:cNvGrpSpPr/>
            <p:nvPr/>
          </p:nvGrpSpPr>
          <p:grpSpPr>
            <a:xfrm>
              <a:off x="1000990" y="1584826"/>
              <a:ext cx="10506441" cy="1741064"/>
              <a:chOff x="998019" y="1548093"/>
              <a:chExt cx="10506441" cy="174106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02AD37C-80DA-4978-817D-089908DA2366}"/>
                  </a:ext>
                </a:extLst>
              </p:cNvPr>
              <p:cNvSpPr/>
              <p:nvPr/>
            </p:nvSpPr>
            <p:spPr>
              <a:xfrm>
                <a:off x="998019" y="2078061"/>
                <a:ext cx="2264725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填写类名等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内部基础元信息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1B37CC6-5FF7-473D-A6CB-5C18CD8E7B24}"/>
                  </a:ext>
                </a:extLst>
              </p:cNvPr>
              <p:cNvSpPr/>
              <p:nvPr/>
            </p:nvSpPr>
            <p:spPr>
              <a:xfrm>
                <a:off x="3637311" y="2072002"/>
                <a:ext cx="2312227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创建并挂载类属性字典</a:t>
                </a:r>
                <a:endPara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0" name="流程图: 决策 9">
                <a:extLst>
                  <a:ext uri="{FF2B5EF4-FFF2-40B4-BE49-F238E27FC236}">
                    <a16:creationId xmlns:a16="http://schemas.microsoft.com/office/drawing/2014/main" id="{EED8D461-948D-4C6C-A144-7566C78653F8}"/>
                  </a:ext>
                </a:extLst>
              </p:cNvPr>
              <p:cNvSpPr/>
              <p:nvPr/>
            </p:nvSpPr>
            <p:spPr>
              <a:xfrm>
                <a:off x="6324105" y="1712154"/>
                <a:ext cx="2033158" cy="1309998"/>
              </a:xfrm>
              <a:prstGeom prst="flowChartDecision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用户显式声明基类列表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350CEC5-77B7-415B-A4A3-8E0920325A67}"/>
                  </a:ext>
                </a:extLst>
              </p:cNvPr>
              <p:cNvSpPr/>
              <p:nvPr/>
            </p:nvSpPr>
            <p:spPr>
              <a:xfrm>
                <a:off x="8785257" y="154809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记录用户声明的基类列表到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A676A40-25C8-4E5E-8965-278783B10030}"/>
                  </a:ext>
                </a:extLst>
              </p:cNvPr>
              <p:cNvSpPr/>
              <p:nvPr/>
            </p:nvSpPr>
            <p:spPr>
              <a:xfrm>
                <a:off x="8785257" y="2499942"/>
                <a:ext cx="2719203" cy="78921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实体中创建一个新基类列表，填入内建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object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类型作为默认基类</a:t>
                </a:r>
              </a:p>
            </p:txBody>
          </p: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69192C8-2ABE-4875-AC0A-E9786C8A3E07}"/>
                  </a:ext>
                </a:extLst>
              </p:cNvPr>
              <p:cNvCxnSpPr>
                <a:stCxn id="8" idx="3"/>
                <a:endCxn id="9" idx="1"/>
              </p:cNvCxnSpPr>
              <p:nvPr/>
            </p:nvCxnSpPr>
            <p:spPr>
              <a:xfrm flipV="1">
                <a:off x="3262744" y="2367154"/>
                <a:ext cx="374567" cy="605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0DEB1D0-3669-4EF3-8074-6FB870D64C31}"/>
                  </a:ext>
                </a:extLst>
              </p:cNvPr>
              <p:cNvCxnSpPr>
                <a:stCxn id="9" idx="3"/>
                <a:endCxn id="10" idx="1"/>
              </p:cNvCxnSpPr>
              <p:nvPr/>
            </p:nvCxnSpPr>
            <p:spPr>
              <a:xfrm flipV="1">
                <a:off x="5949538" y="2367153"/>
                <a:ext cx="374567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38BD569-465A-49A2-AFC5-698FF9D1FBA3}"/>
                </a:ext>
              </a:extLst>
            </p:cNvPr>
            <p:cNvSpPr/>
            <p:nvPr/>
          </p:nvSpPr>
          <p:spPr>
            <a:xfrm>
              <a:off x="852546" y="1481718"/>
              <a:ext cx="10842172" cy="194728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E51376E-CA7C-48BE-9B2E-5EAEDE044D8F}"/>
              </a:ext>
            </a:extLst>
          </p:cNvPr>
          <p:cNvGrpSpPr/>
          <p:nvPr/>
        </p:nvGrpSpPr>
        <p:grpSpPr>
          <a:xfrm>
            <a:off x="1131617" y="4680292"/>
            <a:ext cx="10842172" cy="1231342"/>
            <a:chOff x="852546" y="3504280"/>
            <a:chExt cx="10842172" cy="1231342"/>
          </a:xfrm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525D0C31-C89E-46A2-88F8-35096F64B8B0}"/>
                </a:ext>
              </a:extLst>
            </p:cNvPr>
            <p:cNvGrpSpPr/>
            <p:nvPr/>
          </p:nvGrpSpPr>
          <p:grpSpPr>
            <a:xfrm>
              <a:off x="1000990" y="3630740"/>
              <a:ext cx="9532422" cy="953982"/>
              <a:chOff x="1060366" y="5299394"/>
              <a:chExt cx="9532422" cy="95398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03BF30D-06C4-415A-B70E-3E5A41C873F3}"/>
                  </a:ext>
                </a:extLst>
              </p:cNvPr>
              <p:cNvSpPr/>
              <p:nvPr/>
            </p:nvSpPr>
            <p:spPr>
              <a:xfrm>
                <a:off x="1060366" y="5299394"/>
                <a:ext cx="2573482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对基类列表执行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C3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线性化算法，计算并保存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CD13274-4809-488C-BCEC-36E96D3AF365}"/>
                  </a:ext>
                </a:extLst>
              </p:cNvPr>
              <p:cNvSpPr/>
              <p:nvPr/>
            </p:nvSpPr>
            <p:spPr>
              <a:xfrm>
                <a:off x="4287484" y="5299394"/>
                <a:ext cx="2389416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沿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序列查找并复制祖先类的虚函数表槽位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2B4428B-7751-45F1-920D-50F704401EEF}"/>
                  </a:ext>
                </a:extLst>
              </p:cNvPr>
              <p:cNvSpPr/>
              <p:nvPr/>
            </p:nvSpPr>
            <p:spPr>
              <a:xfrm>
                <a:off x="7330537" y="5299394"/>
                <a:ext cx="3262251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遍历当前类的属性字典，将被魔法方法覆写的对应虚函数槽位修改为桥接函数（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trampoline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9F231097-775C-4ACD-845A-7DB479CAD1F0}"/>
                  </a:ext>
                </a:extLst>
              </p:cNvPr>
              <p:cNvCxnSpPr>
                <a:cxnSpLocks/>
                <a:stCxn id="13" idx="3"/>
                <a:endCxn id="14" idx="1"/>
              </p:cNvCxnSpPr>
              <p:nvPr/>
            </p:nvCxnSpPr>
            <p:spPr>
              <a:xfrm>
                <a:off x="3633848" y="5776385"/>
                <a:ext cx="65363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172BF747-7EDB-4350-A071-08348EC16FCA}"/>
                  </a:ext>
                </a:extLst>
              </p:cNvPr>
              <p:cNvCxnSpPr>
                <a:stCxn id="14" idx="3"/>
                <a:endCxn id="15" idx="1"/>
              </p:cNvCxnSpPr>
              <p:nvPr/>
            </p:nvCxnSpPr>
            <p:spPr>
              <a:xfrm>
                <a:off x="6676900" y="5776385"/>
                <a:ext cx="653637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54972BD-B34D-4FD2-AB60-E89E869884E8}"/>
                </a:ext>
              </a:extLst>
            </p:cNvPr>
            <p:cNvSpPr/>
            <p:nvPr/>
          </p:nvSpPr>
          <p:spPr>
            <a:xfrm>
              <a:off x="852546" y="3504280"/>
              <a:ext cx="10842172" cy="1231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23EAAFFF-B298-425E-9E44-3019DB2DECC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8639305" y="2733012"/>
            <a:ext cx="427994" cy="523908"/>
          </a:xfrm>
          <a:prstGeom prst="curvedConnector3">
            <a:avLst>
              <a:gd name="adj1" fmla="val 144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25C3AA24-DC1E-4D37-A86F-0ED92A6A244C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8639305" y="3256920"/>
            <a:ext cx="427994" cy="527397"/>
          </a:xfrm>
          <a:prstGeom prst="curvedConnector3">
            <a:avLst>
              <a:gd name="adj1" fmla="val 5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9613CAB7-A966-4F3B-A502-47CD3F879BC6}"/>
              </a:ext>
            </a:extLst>
          </p:cNvPr>
          <p:cNvCxnSpPr>
            <a:stCxn id="45" idx="2"/>
            <a:endCxn id="46" idx="0"/>
          </p:cNvCxnSpPr>
          <p:nvPr/>
        </p:nvCxnSpPr>
        <p:spPr>
          <a:xfrm flipH="1">
            <a:off x="6552703" y="1919391"/>
            <a:ext cx="2477" cy="4153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58035FD-D4B9-4661-B362-5B9E5342ED96}"/>
              </a:ext>
            </a:extLst>
          </p:cNvPr>
          <p:cNvCxnSpPr>
            <a:stCxn id="46" idx="2"/>
            <a:endCxn id="48" idx="0"/>
          </p:cNvCxnSpPr>
          <p:nvPr/>
        </p:nvCxnSpPr>
        <p:spPr>
          <a:xfrm>
            <a:off x="6552703" y="4282032"/>
            <a:ext cx="0" cy="398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3C18334-E678-473B-B603-A42066AC77C9}"/>
              </a:ext>
            </a:extLst>
          </p:cNvPr>
          <p:cNvSpPr/>
          <p:nvPr/>
        </p:nvSpPr>
        <p:spPr>
          <a:xfrm>
            <a:off x="3783649" y="115110"/>
            <a:ext cx="5538108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Runtime_CreatePythonClass()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，发起自定义类创建  </a:t>
            </a: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B3BDA3C-EC68-44EB-9C91-1C8B56DAE04C}"/>
              </a:ext>
            </a:extLst>
          </p:cNvPr>
          <p:cNvCxnSpPr>
            <a:stCxn id="63" idx="2"/>
            <a:endCxn id="45" idx="0"/>
          </p:cNvCxnSpPr>
          <p:nvPr/>
        </p:nvCxnSpPr>
        <p:spPr>
          <a:xfrm>
            <a:off x="6552703" y="490472"/>
            <a:ext cx="2477" cy="3051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3CCD320D-9C5F-40F3-965B-7FBF0AEA2127}"/>
              </a:ext>
            </a:extLst>
          </p:cNvPr>
          <p:cNvSpPr/>
          <p:nvPr/>
        </p:nvSpPr>
        <p:spPr>
          <a:xfrm>
            <a:off x="4279688" y="6249945"/>
            <a:ext cx="4546030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流程结束，返回可正常使用的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Python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AD45BB29-0EB2-4EB2-A179-1833E80EAF52}"/>
              </a:ext>
            </a:extLst>
          </p:cNvPr>
          <p:cNvCxnSpPr>
            <a:stCxn id="48" idx="2"/>
            <a:endCxn id="68" idx="0"/>
          </p:cNvCxnSpPr>
          <p:nvPr/>
        </p:nvCxnSpPr>
        <p:spPr>
          <a:xfrm>
            <a:off x="6552703" y="5911634"/>
            <a:ext cx="0" cy="338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8174964-59D2-4BE3-8FE2-D9FFF1D334B7}"/>
              </a:ext>
            </a:extLst>
          </p:cNvPr>
          <p:cNvSpPr txBox="1"/>
          <p:nvPr/>
        </p:nvSpPr>
        <p:spPr>
          <a:xfrm>
            <a:off x="241655" y="122082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1F7643A-5017-4094-A27B-8F0DF8172489}"/>
              </a:ext>
            </a:extLst>
          </p:cNvPr>
          <p:cNvSpPr txBox="1"/>
          <p:nvPr/>
        </p:nvSpPr>
        <p:spPr>
          <a:xfrm>
            <a:off x="246609" y="312372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BD1936C-A6C7-4B4D-8616-604DBCEEEEAA}"/>
              </a:ext>
            </a:extLst>
          </p:cNvPr>
          <p:cNvSpPr txBox="1"/>
          <p:nvPr/>
        </p:nvSpPr>
        <p:spPr>
          <a:xfrm>
            <a:off x="244404" y="509907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C1C6FFA-C4DF-4675-BBBC-70524E9D2538}"/>
              </a:ext>
            </a:extLst>
          </p:cNvPr>
          <p:cNvSpPr txBox="1"/>
          <p:nvPr/>
        </p:nvSpPr>
        <p:spPr>
          <a:xfrm>
            <a:off x="8484455" y="2449357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9EB46F6-1515-4F8A-92E9-6D010F74004F}"/>
              </a:ext>
            </a:extLst>
          </p:cNvPr>
          <p:cNvSpPr txBox="1"/>
          <p:nvPr/>
        </p:nvSpPr>
        <p:spPr>
          <a:xfrm>
            <a:off x="8484455" y="3770668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787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190005" y="465578"/>
            <a:ext cx="11473050" cy="5968708"/>
            <a:chOff x="190005" y="465578"/>
            <a:chExt cx="11473050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190005" y="3927770"/>
              <a:ext cx="2303813" cy="109253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2493818" y="4474035"/>
              <a:ext cx="5165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486FE83-4728-467C-B597-E355EE68544F}"/>
              </a:ext>
            </a:extLst>
          </p:cNvPr>
          <p:cNvSpPr/>
          <p:nvPr/>
        </p:nvSpPr>
        <p:spPr>
          <a:xfrm>
            <a:off x="1509165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6F0398-BBA8-406B-BF43-3FD2BB355D7F}"/>
              </a:ext>
            </a:extLst>
          </p:cNvPr>
          <p:cNvSpPr/>
          <p:nvPr/>
        </p:nvSpPr>
        <p:spPr>
          <a:xfrm>
            <a:off x="1509165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54A22073-95F5-499C-B64D-557D152934E9}"/>
              </a:ext>
            </a:extLst>
          </p:cNvPr>
          <p:cNvGrpSpPr/>
          <p:nvPr/>
        </p:nvGrpSpPr>
        <p:grpSpPr>
          <a:xfrm>
            <a:off x="2348342" y="3912919"/>
            <a:ext cx="2723389" cy="718458"/>
            <a:chOff x="1799111" y="3912919"/>
            <a:chExt cx="2723389" cy="718458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8C5C8E1C-D10F-4D47-B6C2-EBB0726483B1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19972FB9-A551-4EA1-A850-BEF33F145DE3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CDA41DD8-8B58-4E37-8EFD-E18EF7EB292C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" name="椭圆 10">
            <a:extLst>
              <a:ext uri="{FF2B5EF4-FFF2-40B4-BE49-F238E27FC236}">
                <a16:creationId xmlns:a16="http://schemas.microsoft.com/office/drawing/2014/main" id="{9423D84A-8B4C-42AF-A24B-F428D8DE0D68}"/>
              </a:ext>
            </a:extLst>
          </p:cNvPr>
          <p:cNvSpPr/>
          <p:nvPr/>
        </p:nvSpPr>
        <p:spPr>
          <a:xfrm>
            <a:off x="1793172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C705939-6C51-4875-8958-2917174A2BA8}"/>
              </a:ext>
            </a:extLst>
          </p:cNvPr>
          <p:cNvSpPr/>
          <p:nvPr/>
        </p:nvSpPr>
        <p:spPr>
          <a:xfrm>
            <a:off x="2712510" y="2749136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DA2A6071-0EA9-428D-A9E3-F06D685774A3}"/>
              </a:ext>
            </a:extLst>
          </p:cNvPr>
          <p:cNvSpPr/>
          <p:nvPr/>
        </p:nvSpPr>
        <p:spPr>
          <a:xfrm>
            <a:off x="3631848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5BBC4A90-BB41-46F5-B0DF-847F28238C17}"/>
              </a:ext>
            </a:extLst>
          </p:cNvPr>
          <p:cNvSpPr/>
          <p:nvPr/>
        </p:nvSpPr>
        <p:spPr>
          <a:xfrm>
            <a:off x="4551186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1446F626-9CBC-4716-996A-D69A9BC74564}"/>
              </a:ext>
            </a:extLst>
          </p:cNvPr>
          <p:cNvSpPr/>
          <p:nvPr/>
        </p:nvSpPr>
        <p:spPr>
          <a:xfrm>
            <a:off x="1793171" y="1270658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FF63C8C8-3DA9-4729-AFF6-13C2B1F22EBA}"/>
              </a:ext>
            </a:extLst>
          </p:cNvPr>
          <p:cNvSpPr/>
          <p:nvPr/>
        </p:nvSpPr>
        <p:spPr>
          <a:xfrm>
            <a:off x="2795634" y="127065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164AAD3-4FA4-46D3-9CD9-BA6C400E1626}"/>
              </a:ext>
            </a:extLst>
          </p:cNvPr>
          <p:cNvSpPr/>
          <p:nvPr/>
        </p:nvSpPr>
        <p:spPr>
          <a:xfrm>
            <a:off x="4350305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BB00FDD-894E-4461-A0E3-0D706D014306}"/>
              </a:ext>
            </a:extLst>
          </p:cNvPr>
          <p:cNvCxnSpPr>
            <a:cxnSpLocks/>
            <a:stCxn id="13" idx="0"/>
            <a:endCxn id="18" idx="4"/>
          </p:cNvCxnSpPr>
          <p:nvPr/>
        </p:nvCxnSpPr>
        <p:spPr>
          <a:xfrm flipV="1">
            <a:off x="3991077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2FEA7F22-6FB4-4989-A3EC-1CD02F1BE393}"/>
              </a:ext>
            </a:extLst>
          </p:cNvPr>
          <p:cNvCxnSpPr>
            <a:stCxn id="16" idx="0"/>
            <a:endCxn id="17" idx="0"/>
          </p:cNvCxnSpPr>
          <p:nvPr/>
        </p:nvCxnSpPr>
        <p:spPr>
          <a:xfrm rot="5400000" flipH="1" flipV="1">
            <a:off x="2653629" y="769425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153E52EF-2FBB-4250-918A-6BF520DF8769}"/>
              </a:ext>
            </a:extLst>
          </p:cNvPr>
          <p:cNvCxnSpPr>
            <a:stCxn id="17" idx="4"/>
            <a:endCxn id="16" idx="4"/>
          </p:cNvCxnSpPr>
          <p:nvPr/>
        </p:nvCxnSpPr>
        <p:spPr>
          <a:xfrm rot="5400000">
            <a:off x="2653630" y="1487881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8AC2DC7-8B78-4808-822E-E43079056220}"/>
              </a:ext>
            </a:extLst>
          </p:cNvPr>
          <p:cNvSpPr txBox="1"/>
          <p:nvPr/>
        </p:nvSpPr>
        <p:spPr>
          <a:xfrm>
            <a:off x="1531914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900DC83-4C54-4483-9480-80C4DF095EEF}"/>
              </a:ext>
            </a:extLst>
          </p:cNvPr>
          <p:cNvCxnSpPr>
            <a:cxnSpLocks/>
            <a:stCxn id="8" idx="0"/>
            <a:endCxn id="11" idx="5"/>
          </p:cNvCxnSpPr>
          <p:nvPr/>
        </p:nvCxnSpPr>
        <p:spPr>
          <a:xfrm flipH="1" flipV="1">
            <a:off x="2406413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37EDFFD-7CF9-4241-9420-C310A0E614C6}"/>
              </a:ext>
            </a:extLst>
          </p:cNvPr>
          <p:cNvCxnSpPr>
            <a:stCxn id="8" idx="0"/>
            <a:endCxn id="13" idx="3"/>
          </p:cNvCxnSpPr>
          <p:nvPr/>
        </p:nvCxnSpPr>
        <p:spPr>
          <a:xfrm flipV="1">
            <a:off x="2707571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EB84A75E-6FEF-4877-B802-4E1FEC0385B2}"/>
              </a:ext>
            </a:extLst>
          </p:cNvPr>
          <p:cNvCxnSpPr>
            <a:stCxn id="10" idx="0"/>
            <a:endCxn id="15" idx="4"/>
          </p:cNvCxnSpPr>
          <p:nvPr/>
        </p:nvCxnSpPr>
        <p:spPr>
          <a:xfrm flipV="1">
            <a:off x="4712503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E19D3064-8BDB-4708-B423-4F9906701212}"/>
              </a:ext>
            </a:extLst>
          </p:cNvPr>
          <p:cNvSpPr txBox="1"/>
          <p:nvPr/>
        </p:nvSpPr>
        <p:spPr>
          <a:xfrm>
            <a:off x="2854527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045D4FB-D32D-49E2-B0A8-98A9E6AA69E3}"/>
              </a:ext>
            </a:extLst>
          </p:cNvPr>
          <p:cNvSpPr/>
          <p:nvPr/>
        </p:nvSpPr>
        <p:spPr>
          <a:xfrm>
            <a:off x="6188982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8CC72AD-04C3-4648-982A-3591EEB5C185}"/>
              </a:ext>
            </a:extLst>
          </p:cNvPr>
          <p:cNvSpPr/>
          <p:nvPr/>
        </p:nvSpPr>
        <p:spPr>
          <a:xfrm>
            <a:off x="6188982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20E0FD5-FD50-4937-874D-EBA464646311}"/>
              </a:ext>
            </a:extLst>
          </p:cNvPr>
          <p:cNvGrpSpPr/>
          <p:nvPr/>
        </p:nvGrpSpPr>
        <p:grpSpPr>
          <a:xfrm>
            <a:off x="7028159" y="3912919"/>
            <a:ext cx="2723389" cy="718458"/>
            <a:chOff x="1799111" y="3912919"/>
            <a:chExt cx="2723389" cy="718458"/>
          </a:xfrm>
        </p:grpSpPr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1A1A424C-D809-4036-B122-B1F27DF608DA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5BDBF705-86CA-4F0E-9AB7-AEBD008228B0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1A2F5118-8368-425F-936E-735519CF2E30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E93F0D8C-B25C-4ADF-813A-A1AF547804A8}"/>
              </a:ext>
            </a:extLst>
          </p:cNvPr>
          <p:cNvSpPr/>
          <p:nvPr/>
        </p:nvSpPr>
        <p:spPr>
          <a:xfrm>
            <a:off x="6472989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B3998DD-3E76-447F-A848-02608F3C8919}"/>
              </a:ext>
            </a:extLst>
          </p:cNvPr>
          <p:cNvSpPr/>
          <p:nvPr/>
        </p:nvSpPr>
        <p:spPr>
          <a:xfrm>
            <a:off x="8311665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B744414-87E7-4611-BC2A-B10D1EC716D7}"/>
              </a:ext>
            </a:extLst>
          </p:cNvPr>
          <p:cNvSpPr/>
          <p:nvPr/>
        </p:nvSpPr>
        <p:spPr>
          <a:xfrm>
            <a:off x="9231003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D1F95266-A983-49D6-A1AA-03E7A74690C8}"/>
              </a:ext>
            </a:extLst>
          </p:cNvPr>
          <p:cNvSpPr/>
          <p:nvPr/>
        </p:nvSpPr>
        <p:spPr>
          <a:xfrm>
            <a:off x="9030122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C3A2D7F-052F-4ADB-BFAA-82B4CDE70413}"/>
              </a:ext>
            </a:extLst>
          </p:cNvPr>
          <p:cNvCxnSpPr>
            <a:cxnSpLocks/>
            <a:stCxn id="45" idx="0"/>
            <a:endCxn id="49" idx="4"/>
          </p:cNvCxnSpPr>
          <p:nvPr/>
        </p:nvCxnSpPr>
        <p:spPr>
          <a:xfrm flipV="1">
            <a:off x="8670894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EF545404-6F4C-43DB-AC2E-6DCFC11AAE12}"/>
              </a:ext>
            </a:extLst>
          </p:cNvPr>
          <p:cNvSpPr txBox="1"/>
          <p:nvPr/>
        </p:nvSpPr>
        <p:spPr>
          <a:xfrm>
            <a:off x="6211731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24858D9-DB46-4EB5-B24D-28D9C1E27FDF}"/>
              </a:ext>
            </a:extLst>
          </p:cNvPr>
          <p:cNvCxnSpPr>
            <a:cxnSpLocks/>
            <a:stCxn id="40" idx="0"/>
            <a:endCxn id="43" idx="5"/>
          </p:cNvCxnSpPr>
          <p:nvPr/>
        </p:nvCxnSpPr>
        <p:spPr>
          <a:xfrm flipH="1" flipV="1">
            <a:off x="7086230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829B2DF-7ED9-41DB-A7C1-0EE7191F060A}"/>
              </a:ext>
            </a:extLst>
          </p:cNvPr>
          <p:cNvCxnSpPr>
            <a:stCxn id="40" idx="0"/>
            <a:endCxn id="45" idx="3"/>
          </p:cNvCxnSpPr>
          <p:nvPr/>
        </p:nvCxnSpPr>
        <p:spPr>
          <a:xfrm flipV="1">
            <a:off x="7387388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A4AA053-7B7A-41EC-B9CC-E9A29C04E713}"/>
              </a:ext>
            </a:extLst>
          </p:cNvPr>
          <p:cNvCxnSpPr>
            <a:stCxn id="42" idx="0"/>
            <a:endCxn id="46" idx="4"/>
          </p:cNvCxnSpPr>
          <p:nvPr/>
        </p:nvCxnSpPr>
        <p:spPr>
          <a:xfrm flipV="1">
            <a:off x="9392320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088E719-A248-47D5-AF20-173E4DD1B447}"/>
              </a:ext>
            </a:extLst>
          </p:cNvPr>
          <p:cNvSpPr txBox="1"/>
          <p:nvPr/>
        </p:nvSpPr>
        <p:spPr>
          <a:xfrm>
            <a:off x="7534344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8BAE0D6-BA5C-4050-9692-AC3AE9512B57}"/>
              </a:ext>
            </a:extLst>
          </p:cNvPr>
          <p:cNvSpPr txBox="1"/>
          <p:nvPr/>
        </p:nvSpPr>
        <p:spPr>
          <a:xfrm>
            <a:off x="2493619" y="498170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算法运行前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F051F5E-D385-4B3E-9403-792757534194}"/>
              </a:ext>
            </a:extLst>
          </p:cNvPr>
          <p:cNvSpPr txBox="1"/>
          <p:nvPr/>
        </p:nvSpPr>
        <p:spPr>
          <a:xfrm>
            <a:off x="7163065" y="497576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算法运行后</a:t>
            </a: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8AF1B993-DBE4-4B2D-AE37-DB206652DBFE}"/>
              </a:ext>
            </a:extLst>
          </p:cNvPr>
          <p:cNvCxnSpPr>
            <a:stCxn id="13" idx="6"/>
            <a:endCxn id="15" idx="2"/>
          </p:cNvCxnSpPr>
          <p:nvPr/>
        </p:nvCxnSpPr>
        <p:spPr>
          <a:xfrm flipV="1">
            <a:off x="4350305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177C56-A2C1-4F6C-9E75-BF8C8CC3A21A}"/>
              </a:ext>
            </a:extLst>
          </p:cNvPr>
          <p:cNvCxnSpPr>
            <a:stCxn id="45" idx="6"/>
            <a:endCxn id="46" idx="2"/>
          </p:cNvCxnSpPr>
          <p:nvPr/>
        </p:nvCxnSpPr>
        <p:spPr>
          <a:xfrm flipV="1">
            <a:off x="9030122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704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>
            <a:extLst>
              <a:ext uri="{FF2B5EF4-FFF2-40B4-BE49-F238E27FC236}">
                <a16:creationId xmlns:a16="http://schemas.microsoft.com/office/drawing/2014/main" id="{EC448833-019C-40E6-A4D3-8422D5E746A7}"/>
              </a:ext>
            </a:extLst>
          </p:cNvPr>
          <p:cNvSpPr txBox="1"/>
          <p:nvPr/>
        </p:nvSpPr>
        <p:spPr>
          <a:xfrm>
            <a:off x="4450666" y="2400586"/>
            <a:ext cx="355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 垃圾回收执行前堆空间的状态</a:t>
            </a:r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AA17CD7-BD24-465D-84F9-9970B55F1B96}"/>
              </a:ext>
            </a:extLst>
          </p:cNvPr>
          <p:cNvGrpSpPr/>
          <p:nvPr/>
        </p:nvGrpSpPr>
        <p:grpSpPr>
          <a:xfrm>
            <a:off x="296934" y="383086"/>
            <a:ext cx="10598676" cy="1332843"/>
            <a:chOff x="296934" y="371210"/>
            <a:chExt cx="10598676" cy="1332843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75DE707B-F47F-4279-BBA0-D6D11ACCC3C9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F043756-6C96-4BEB-AD44-7BB274213D51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DE08069-AB00-4A95-A035-4987EC21B646}"/>
                </a:ext>
              </a:extLst>
            </p:cNvPr>
            <p:cNvSpPr/>
            <p:nvPr/>
          </p:nvSpPr>
          <p:spPr>
            <a:xfrm>
              <a:off x="4348297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2583E54-CB6F-4F8D-A9DB-A6FB0CA2DD4F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E4A2911-3C69-455F-8B58-B81B4CA113D3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B7530B38-ADCF-47BF-AD57-366B861F2C8D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49" name="椭圆 48">
              <a:extLst>
                <a:ext uri="{FF2B5EF4-FFF2-40B4-BE49-F238E27FC236}">
                  <a16:creationId xmlns:a16="http://schemas.microsoft.com/office/drawing/2014/main" id="{AF9FEBE2-A0A2-49CE-86DB-8C9BA2A69B33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97CC101-FB41-4002-85BB-A5A6DF2D73EF}"/>
                </a:ext>
              </a:extLst>
            </p:cNvPr>
            <p:cNvSpPr/>
            <p:nvPr/>
          </p:nvSpPr>
          <p:spPr>
            <a:xfrm>
              <a:off x="5468536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4C8F4881-5FB2-456F-A988-A8861E7F1D31}"/>
                </a:ext>
              </a:extLst>
            </p:cNvPr>
            <p:cNvCxnSpPr>
              <a:stCxn id="51" idx="0"/>
              <a:endCxn id="51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8476279D-60C2-4E50-9AA8-E2B59916824F}"/>
                </a:ext>
              </a:extLst>
            </p:cNvPr>
            <p:cNvCxnSpPr>
              <a:stCxn id="42" idx="1"/>
              <a:endCxn id="41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D437C2CD-8215-4C09-A347-196B9434180E}"/>
                </a:ext>
              </a:extLst>
            </p:cNvPr>
            <p:cNvCxnSpPr>
              <a:stCxn id="43" idx="3"/>
              <a:endCxn id="56" idx="1"/>
            </p:cNvCxnSpPr>
            <p:nvPr/>
          </p:nvCxnSpPr>
          <p:spPr>
            <a:xfrm>
              <a:off x="5108318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A60E119A-CA1F-42DE-ADB5-3967B4F8A3F0}"/>
                </a:ext>
              </a:extLst>
            </p:cNvPr>
            <p:cNvCxnSpPr>
              <a:stCxn id="41" idx="0"/>
              <a:endCxn id="56" idx="0"/>
            </p:cNvCxnSpPr>
            <p:nvPr/>
          </p:nvCxnSpPr>
          <p:spPr>
            <a:xfrm rot="5400000" flipH="1" flipV="1">
              <a:off x="4168188" y="-1134095"/>
              <a:ext cx="12700" cy="3360717"/>
            </a:xfrm>
            <a:prstGeom prst="bentConnector3">
              <a:avLst>
                <a:gd name="adj1" fmla="val 34363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B57A08E2-245F-4A0F-AF8E-BA4D268DBF15}"/>
                </a:ext>
              </a:extLst>
            </p:cNvPr>
            <p:cNvCxnSpPr>
              <a:cxnSpLocks/>
              <a:stCxn id="49" idx="5"/>
              <a:endCxn id="41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连接符: 肘形 69">
              <a:extLst>
                <a:ext uri="{FF2B5EF4-FFF2-40B4-BE49-F238E27FC236}">
                  <a16:creationId xmlns:a16="http://schemas.microsoft.com/office/drawing/2014/main" id="{F4A8CB6F-0476-4C19-AB50-EF698369F015}"/>
                </a:ext>
              </a:extLst>
            </p:cNvPr>
            <p:cNvCxnSpPr>
              <a:cxnSpLocks/>
              <a:stCxn id="49" idx="4"/>
              <a:endCxn id="42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4589393" y="6467094"/>
            <a:ext cx="3232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从根集合出发复制存活对象</a:t>
            </a:r>
          </a:p>
        </p:txBody>
      </p: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7DE5E61B-C6DD-41BD-834D-2BDA8821AF3F}"/>
              </a:ext>
            </a:extLst>
          </p:cNvPr>
          <p:cNvGrpSpPr/>
          <p:nvPr/>
        </p:nvGrpSpPr>
        <p:grpSpPr>
          <a:xfrm>
            <a:off x="296934" y="3413562"/>
            <a:ext cx="10598676" cy="2942283"/>
            <a:chOff x="296934" y="3486440"/>
            <a:chExt cx="10598676" cy="2942283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901B4DC3-9D4B-4270-817D-1CCF268B77DD}"/>
                </a:ext>
              </a:extLst>
            </p:cNvPr>
            <p:cNvSpPr/>
            <p:nvPr/>
          </p:nvSpPr>
          <p:spPr>
            <a:xfrm>
              <a:off x="210781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10077A4-3C37-4477-9A1E-770D00B5B0D9}"/>
                </a:ext>
              </a:extLst>
            </p:cNvPr>
            <p:cNvSpPr/>
            <p:nvPr/>
          </p:nvSpPr>
          <p:spPr>
            <a:xfrm>
              <a:off x="3228058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7D86105B-274B-4155-A273-D047ED239A56}"/>
                </a:ext>
              </a:extLst>
            </p:cNvPr>
            <p:cNvSpPr/>
            <p:nvPr/>
          </p:nvSpPr>
          <p:spPr>
            <a:xfrm>
              <a:off x="4348297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D9856EA2-5900-4FED-A157-938A14B84D68}"/>
                </a:ext>
              </a:extLst>
            </p:cNvPr>
            <p:cNvSpPr/>
            <p:nvPr/>
          </p:nvSpPr>
          <p:spPr>
            <a:xfrm>
              <a:off x="1927710" y="3922813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C44E6A69-5A3A-4F16-B5B0-D385DFE085F5}"/>
                </a:ext>
              </a:extLst>
            </p:cNvPr>
            <p:cNvSpPr txBox="1"/>
            <p:nvPr/>
          </p:nvSpPr>
          <p:spPr>
            <a:xfrm>
              <a:off x="3726656" y="4854839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96D3F3F1-9D1E-4A72-BAD4-0570C89F7671}"/>
                </a:ext>
              </a:extLst>
            </p:cNvPr>
            <p:cNvSpPr txBox="1"/>
            <p:nvPr/>
          </p:nvSpPr>
          <p:spPr>
            <a:xfrm>
              <a:off x="8073188" y="4854839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55F20191-0367-431B-B353-AF7CFC9F5A61}"/>
                </a:ext>
              </a:extLst>
            </p:cNvPr>
            <p:cNvSpPr/>
            <p:nvPr/>
          </p:nvSpPr>
          <p:spPr>
            <a:xfrm>
              <a:off x="296934" y="3866515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D0CAAE7B-DC4A-4FDC-8A2E-E574348426E1}"/>
                </a:ext>
              </a:extLst>
            </p:cNvPr>
            <p:cNvSpPr/>
            <p:nvPr/>
          </p:nvSpPr>
          <p:spPr>
            <a:xfrm>
              <a:off x="5468536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E1B83A5A-787D-4933-B593-C7D70519DFE7}"/>
                </a:ext>
              </a:extLst>
            </p:cNvPr>
            <p:cNvCxnSpPr>
              <a:stCxn id="81" idx="0"/>
              <a:endCxn id="81" idx="2"/>
            </p:cNvCxnSpPr>
            <p:nvPr/>
          </p:nvCxnSpPr>
          <p:spPr>
            <a:xfrm>
              <a:off x="6411660" y="3922813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EBD06B6-CEE2-4EBC-A193-11CB37304F65}"/>
                </a:ext>
              </a:extLst>
            </p:cNvPr>
            <p:cNvCxnSpPr>
              <a:stCxn id="80" idx="3"/>
              <a:endCxn id="86" idx="1"/>
            </p:cNvCxnSpPr>
            <p:nvPr/>
          </p:nvCxnSpPr>
          <p:spPr>
            <a:xfrm>
              <a:off x="5108318" y="4415641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38D51557-D009-4B28-A13B-1664DBEDD506}"/>
                </a:ext>
              </a:extLst>
            </p:cNvPr>
            <p:cNvCxnSpPr>
              <a:cxnSpLocks/>
              <a:stCxn id="84" idx="5"/>
            </p:cNvCxnSpPr>
            <p:nvPr/>
          </p:nvCxnSpPr>
          <p:spPr>
            <a:xfrm rot="5400000" flipH="1" flipV="1">
              <a:off x="4295151" y="1849197"/>
              <a:ext cx="24114" cy="5885356"/>
            </a:xfrm>
            <a:prstGeom prst="bentConnector4">
              <a:avLst>
                <a:gd name="adj1" fmla="val -4592245"/>
                <a:gd name="adj2" fmla="val 100083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连接符: 肘形 91">
              <a:extLst>
                <a:ext uri="{FF2B5EF4-FFF2-40B4-BE49-F238E27FC236}">
                  <a16:creationId xmlns:a16="http://schemas.microsoft.com/office/drawing/2014/main" id="{F8241F47-972A-448A-8DF1-AE45B4328718}"/>
                </a:ext>
              </a:extLst>
            </p:cNvPr>
            <p:cNvCxnSpPr>
              <a:cxnSpLocks/>
              <a:stCxn id="84" idx="4"/>
              <a:endCxn id="94" idx="2"/>
            </p:cNvCxnSpPr>
            <p:nvPr/>
          </p:nvCxnSpPr>
          <p:spPr>
            <a:xfrm rot="5400000" flipH="1" flipV="1">
              <a:off x="4423841" y="1298087"/>
              <a:ext cx="165156" cy="7168204"/>
            </a:xfrm>
            <a:prstGeom prst="bentConnector3">
              <a:avLst>
                <a:gd name="adj1" fmla="val -670502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F7767BEC-FBD6-4E17-8148-E8BCC9283E25}"/>
                </a:ext>
              </a:extLst>
            </p:cNvPr>
            <p:cNvSpPr/>
            <p:nvPr/>
          </p:nvSpPr>
          <p:spPr>
            <a:xfrm>
              <a:off x="659176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21FBFDFC-02AD-48FE-BD2F-528A12767831}"/>
                </a:ext>
              </a:extLst>
            </p:cNvPr>
            <p:cNvSpPr/>
            <p:nvPr/>
          </p:nvSpPr>
          <p:spPr>
            <a:xfrm>
              <a:off x="7710510" y="4051465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FDB54E66-2DA4-49BD-844F-C21CF42F086F}"/>
                </a:ext>
              </a:extLst>
            </p:cNvPr>
            <p:cNvCxnSpPr>
              <a:stCxn id="93" idx="0"/>
              <a:endCxn id="86" idx="0"/>
            </p:cNvCxnSpPr>
            <p:nvPr/>
          </p:nvCxnSpPr>
          <p:spPr>
            <a:xfrm rot="16200000" flipV="1">
              <a:off x="6410164" y="3479951"/>
              <a:ext cx="12700" cy="1123233"/>
            </a:xfrm>
            <a:prstGeom prst="bentConnector3">
              <a:avLst>
                <a:gd name="adj1" fmla="val 2127244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0940611C-B793-485E-8703-BD8EEE59930C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rot="10800000">
              <a:off x="2487830" y="4041568"/>
              <a:ext cx="5890212" cy="12700"/>
            </a:xfrm>
            <a:prstGeom prst="bentConnector4">
              <a:avLst>
                <a:gd name="adj1" fmla="val 101"/>
                <a:gd name="adj2" fmla="val 63883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C097614E-234B-4C7A-9703-1A7F1281178C}"/>
                </a:ext>
              </a:extLst>
            </p:cNvPr>
            <p:cNvSpPr txBox="1"/>
            <p:nvPr/>
          </p:nvSpPr>
          <p:spPr>
            <a:xfrm>
              <a:off x="2721088" y="6090169"/>
              <a:ext cx="32544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引用被修正为对象拷贝后的新位置</a:t>
              </a:r>
            </a:p>
          </p:txBody>
        </p:sp>
        <p:cxnSp>
          <p:nvCxnSpPr>
            <p:cNvPr id="119" name="连接符: 肘形 118">
              <a:extLst>
                <a:ext uri="{FF2B5EF4-FFF2-40B4-BE49-F238E27FC236}">
                  <a16:creationId xmlns:a16="http://schemas.microsoft.com/office/drawing/2014/main" id="{6BA799BC-767C-4952-BF23-B294A223E46B}"/>
                </a:ext>
              </a:extLst>
            </p:cNvPr>
            <p:cNvCxnSpPr>
              <a:stCxn id="78" idx="2"/>
              <a:endCxn id="93" idx="2"/>
            </p:cNvCxnSpPr>
            <p:nvPr/>
          </p:nvCxnSpPr>
          <p:spPr>
            <a:xfrm rot="16200000" flipH="1">
              <a:off x="4729805" y="2547739"/>
              <a:ext cx="12700" cy="4483950"/>
            </a:xfrm>
            <a:prstGeom prst="bentConnector3">
              <a:avLst>
                <a:gd name="adj1" fmla="val 4885717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939E3F10-BD0B-42CB-8869-5C82A982BF27}"/>
                </a:ext>
              </a:extLst>
            </p:cNvPr>
            <p:cNvSpPr txBox="1"/>
            <p:nvPr/>
          </p:nvSpPr>
          <p:spPr>
            <a:xfrm>
              <a:off x="3809372" y="5406872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C3FF2C75-8A8A-4EBC-8EB1-843A1EDF50B3}"/>
                </a:ext>
              </a:extLst>
            </p:cNvPr>
            <p:cNvCxnSpPr>
              <a:stCxn id="79" idx="0"/>
              <a:endCxn id="94" idx="0"/>
            </p:cNvCxnSpPr>
            <p:nvPr/>
          </p:nvCxnSpPr>
          <p:spPr>
            <a:xfrm rot="16200000" flipH="1">
              <a:off x="5844346" y="1805290"/>
              <a:ext cx="9897" cy="4482452"/>
            </a:xfrm>
            <a:prstGeom prst="bentConnector3">
              <a:avLst>
                <a:gd name="adj1" fmla="val -5609498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662A9D93-F67D-4499-A3B1-F63FC0696993}"/>
                </a:ext>
              </a:extLst>
            </p:cNvPr>
            <p:cNvSpPr txBox="1"/>
            <p:nvPr/>
          </p:nvSpPr>
          <p:spPr>
            <a:xfrm>
              <a:off x="3908494" y="3486440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0408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3756245" y="2888142"/>
            <a:ext cx="4944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扫描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区，处理新复制对象的子引用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01B4DC3-9D4B-4270-817D-1CCF268B77DD}"/>
              </a:ext>
            </a:extLst>
          </p:cNvPr>
          <p:cNvSpPr/>
          <p:nvPr/>
        </p:nvSpPr>
        <p:spPr>
          <a:xfrm>
            <a:off x="210781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10077A4-3C37-4477-9A1E-770D00B5B0D9}"/>
              </a:ext>
            </a:extLst>
          </p:cNvPr>
          <p:cNvSpPr/>
          <p:nvPr/>
        </p:nvSpPr>
        <p:spPr>
          <a:xfrm>
            <a:off x="3228058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D86105B-274B-4155-A273-D047ED239A56}"/>
              </a:ext>
            </a:extLst>
          </p:cNvPr>
          <p:cNvSpPr/>
          <p:nvPr/>
        </p:nvSpPr>
        <p:spPr>
          <a:xfrm>
            <a:off x="4348297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9856EA2-5900-4FED-A157-938A14B84D68}"/>
              </a:ext>
            </a:extLst>
          </p:cNvPr>
          <p:cNvSpPr/>
          <p:nvPr/>
        </p:nvSpPr>
        <p:spPr>
          <a:xfrm>
            <a:off x="1927710" y="810641"/>
            <a:ext cx="8967900" cy="12765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44E6A69-5A3A-4F16-B5B0-D385DFE085F5}"/>
              </a:ext>
            </a:extLst>
          </p:cNvPr>
          <p:cNvSpPr txBox="1"/>
          <p:nvPr/>
        </p:nvSpPr>
        <p:spPr>
          <a:xfrm>
            <a:off x="3726656" y="1742667"/>
            <a:ext cx="8627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6D3F3F1-9D1E-4A72-BAD4-0570C89F7671}"/>
              </a:ext>
            </a:extLst>
          </p:cNvPr>
          <p:cNvSpPr txBox="1"/>
          <p:nvPr/>
        </p:nvSpPr>
        <p:spPr>
          <a:xfrm>
            <a:off x="8073188" y="1742667"/>
            <a:ext cx="11608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F20191-0367-431B-B353-AF7CFC9F5A61}"/>
              </a:ext>
            </a:extLst>
          </p:cNvPr>
          <p:cNvSpPr/>
          <p:nvPr/>
        </p:nvSpPr>
        <p:spPr>
          <a:xfrm>
            <a:off x="296934" y="754343"/>
            <a:ext cx="1250766" cy="10982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0CAAE7B-DC4A-4FDC-8A2E-E574348426E1}"/>
              </a:ext>
            </a:extLst>
          </p:cNvPr>
          <p:cNvSpPr/>
          <p:nvPr/>
        </p:nvSpPr>
        <p:spPr>
          <a:xfrm>
            <a:off x="5468536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1B83A5A-787D-4933-B593-C7D70519DFE7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6411660" y="810641"/>
            <a:ext cx="0" cy="12765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BEBD06B6-CEE2-4EBC-A193-11CB37304F65}"/>
              </a:ext>
            </a:extLst>
          </p:cNvPr>
          <p:cNvCxnSpPr>
            <a:cxnSpLocks/>
            <a:stCxn id="80" idx="3"/>
            <a:endCxn id="86" idx="1"/>
          </p:cNvCxnSpPr>
          <p:nvPr/>
        </p:nvCxnSpPr>
        <p:spPr>
          <a:xfrm>
            <a:off x="5108318" y="1303469"/>
            <a:ext cx="3602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38D51557-D009-4B28-A13B-1664DBEDD506}"/>
              </a:ext>
            </a:extLst>
          </p:cNvPr>
          <p:cNvCxnSpPr>
            <a:cxnSpLocks/>
            <a:stCxn id="84" idx="5"/>
          </p:cNvCxnSpPr>
          <p:nvPr/>
        </p:nvCxnSpPr>
        <p:spPr>
          <a:xfrm rot="5400000" flipH="1" flipV="1">
            <a:off x="4295151" y="-1262975"/>
            <a:ext cx="24114" cy="5885356"/>
          </a:xfrm>
          <a:prstGeom prst="bentConnector4">
            <a:avLst>
              <a:gd name="adj1" fmla="val -3213341"/>
              <a:gd name="adj2" fmla="val 1000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F8241F47-972A-448A-8DF1-AE45B4328718}"/>
              </a:ext>
            </a:extLst>
          </p:cNvPr>
          <p:cNvCxnSpPr>
            <a:cxnSpLocks/>
            <a:stCxn id="84" idx="4"/>
            <a:endCxn id="94" idx="2"/>
          </p:cNvCxnSpPr>
          <p:nvPr/>
        </p:nvCxnSpPr>
        <p:spPr>
          <a:xfrm rot="5400000" flipH="1" flipV="1">
            <a:off x="4417903" y="-1820023"/>
            <a:ext cx="177032" cy="7168204"/>
          </a:xfrm>
          <a:prstGeom prst="bentConnector3">
            <a:avLst>
              <a:gd name="adj1" fmla="val -46453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F7767BEC-FBD6-4E17-8148-E8BCC9283E25}"/>
              </a:ext>
            </a:extLst>
          </p:cNvPr>
          <p:cNvSpPr/>
          <p:nvPr/>
        </p:nvSpPr>
        <p:spPr>
          <a:xfrm>
            <a:off x="659176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1FBFDFC-02AD-48FE-BD2F-528A12767831}"/>
              </a:ext>
            </a:extLst>
          </p:cNvPr>
          <p:cNvSpPr/>
          <p:nvPr/>
        </p:nvSpPr>
        <p:spPr>
          <a:xfrm>
            <a:off x="7710510" y="927417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6BA799BC-767C-4952-BF23-B294A223E46B}"/>
              </a:ext>
            </a:extLst>
          </p:cNvPr>
          <p:cNvCxnSpPr>
            <a:cxnSpLocks/>
            <a:stCxn id="78" idx="2"/>
            <a:endCxn id="93" idx="2"/>
          </p:cNvCxnSpPr>
          <p:nvPr/>
        </p:nvCxnSpPr>
        <p:spPr>
          <a:xfrm rot="16200000" flipH="1">
            <a:off x="4729805" y="-564433"/>
            <a:ext cx="12700" cy="4483950"/>
          </a:xfrm>
          <a:prstGeom prst="bentConnector3">
            <a:avLst>
              <a:gd name="adj1" fmla="val 4885717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C3FF2C75-8A8A-4EBC-8EB1-843A1EDF50B3}"/>
              </a:ext>
            </a:extLst>
          </p:cNvPr>
          <p:cNvCxnSpPr>
            <a:cxnSpLocks/>
            <a:stCxn id="79" idx="0"/>
            <a:endCxn id="94" idx="0"/>
          </p:cNvCxnSpPr>
          <p:nvPr/>
        </p:nvCxnSpPr>
        <p:spPr>
          <a:xfrm rot="5400000" flipH="1" flipV="1">
            <a:off x="5848306" y="-1312819"/>
            <a:ext cx="1979" cy="4482452"/>
          </a:xfrm>
          <a:prstGeom prst="bentConnector3">
            <a:avLst>
              <a:gd name="adj1" fmla="val 41354624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A516239-AA3C-4FF2-8051-8D4EB33EB78A}"/>
              </a:ext>
            </a:extLst>
          </p:cNvPr>
          <p:cNvCxnSpPr>
            <a:stCxn id="94" idx="1"/>
            <a:endCxn id="93" idx="3"/>
          </p:cNvCxnSpPr>
          <p:nvPr/>
        </p:nvCxnSpPr>
        <p:spPr>
          <a:xfrm flipH="1">
            <a:off x="7351790" y="1301490"/>
            <a:ext cx="358720" cy="19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E4A515F7-2A86-4E00-A45C-AD80FAA4F6A3}"/>
              </a:ext>
            </a:extLst>
          </p:cNvPr>
          <p:cNvSpPr/>
          <p:nvPr/>
        </p:nvSpPr>
        <p:spPr>
          <a:xfrm>
            <a:off x="8829251" y="93574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0FD09C5-2D4B-419E-A189-995E0267963D}"/>
              </a:ext>
            </a:extLst>
          </p:cNvPr>
          <p:cNvCxnSpPr>
            <a:stCxn id="93" idx="0"/>
            <a:endCxn id="52" idx="0"/>
          </p:cNvCxnSpPr>
          <p:nvPr/>
        </p:nvCxnSpPr>
        <p:spPr>
          <a:xfrm rot="16200000" flipH="1">
            <a:off x="8087346" y="-186170"/>
            <a:ext cx="6350" cy="2237482"/>
          </a:xfrm>
          <a:prstGeom prst="bentConnector3">
            <a:avLst>
              <a:gd name="adj1" fmla="val -453505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13D7785-C0E2-4626-B3F8-A95A66EADA13}"/>
              </a:ext>
            </a:extLst>
          </p:cNvPr>
          <p:cNvCxnSpPr>
            <a:cxnSpLocks/>
            <a:stCxn id="86" idx="0"/>
          </p:cNvCxnSpPr>
          <p:nvPr/>
        </p:nvCxnSpPr>
        <p:spPr>
          <a:xfrm rot="16200000" flipH="1">
            <a:off x="7656384" y="-878441"/>
            <a:ext cx="6350" cy="3622024"/>
          </a:xfrm>
          <a:prstGeom prst="bentConnector4">
            <a:avLst>
              <a:gd name="adj1" fmla="val -8649354"/>
              <a:gd name="adj2" fmla="val 99836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FF1BEBED-7238-432A-8CF8-5E07C550575D}"/>
              </a:ext>
            </a:extLst>
          </p:cNvPr>
          <p:cNvSpPr txBox="1"/>
          <p:nvPr/>
        </p:nvSpPr>
        <p:spPr>
          <a:xfrm>
            <a:off x="9470571" y="395107"/>
            <a:ext cx="1560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forwarding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指针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AB03332-A267-4F01-A81F-442310F12F82}"/>
              </a:ext>
            </a:extLst>
          </p:cNvPr>
          <p:cNvSpPr txBox="1"/>
          <p:nvPr/>
        </p:nvSpPr>
        <p:spPr>
          <a:xfrm>
            <a:off x="4363434" y="6156505"/>
            <a:ext cx="445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④ 循环结束，清空旧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区并交换空间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A6633AE-5A50-4626-A8A8-101F5E0B21C6}"/>
              </a:ext>
            </a:extLst>
          </p:cNvPr>
          <p:cNvGrpSpPr/>
          <p:nvPr/>
        </p:nvGrpSpPr>
        <p:grpSpPr>
          <a:xfrm>
            <a:off x="296934" y="4201023"/>
            <a:ext cx="10598676" cy="1332843"/>
            <a:chOff x="296934" y="371210"/>
            <a:chExt cx="10598676" cy="1332843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1C553ED-D151-413C-AB67-B34F3A45BDA2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B8FDC3AE-5886-49EC-9341-79769917A065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ABCEF77E-D467-4635-ACA8-2299E3B2485D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0F1889AC-3CBA-4177-A809-EFEFA2F545BB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CEEEDE6B-2DEA-4ED5-B433-F2852D2260D4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F81B3FDD-6843-45D3-9E9E-D1B27698607F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F714A8F-8597-402B-8359-314D235D6E22}"/>
                </a:ext>
              </a:extLst>
            </p:cNvPr>
            <p:cNvSpPr/>
            <p:nvPr/>
          </p:nvSpPr>
          <p:spPr>
            <a:xfrm>
              <a:off x="4348296" y="539914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7FB7B350-2C64-4B12-808B-28A796586527}"/>
                </a:ext>
              </a:extLst>
            </p:cNvPr>
            <p:cNvCxnSpPr>
              <a:stCxn id="116" idx="0"/>
              <a:endCxn id="116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067D98DA-EB7D-4505-BDD7-5D4C72877E8F}"/>
                </a:ext>
              </a:extLst>
            </p:cNvPr>
            <p:cNvCxnSpPr>
              <a:stCxn id="114" idx="1"/>
              <a:endCxn id="113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连接符: 肘形 125">
              <a:extLst>
                <a:ext uri="{FF2B5EF4-FFF2-40B4-BE49-F238E27FC236}">
                  <a16:creationId xmlns:a16="http://schemas.microsoft.com/office/drawing/2014/main" id="{2372CEDC-E473-46C7-AA97-6078CB3C3B76}"/>
                </a:ext>
              </a:extLst>
            </p:cNvPr>
            <p:cNvCxnSpPr>
              <a:stCxn id="113" idx="0"/>
              <a:endCxn id="122" idx="0"/>
            </p:cNvCxnSpPr>
            <p:nvPr/>
          </p:nvCxnSpPr>
          <p:spPr>
            <a:xfrm rot="5400000" flipH="1" flipV="1">
              <a:off x="3604894" y="-577149"/>
              <a:ext cx="6349" cy="2240477"/>
            </a:xfrm>
            <a:prstGeom prst="bentConnector3">
              <a:avLst>
                <a:gd name="adj1" fmla="val 650620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2CC53810-53E9-461E-8054-0847F85ECA1D}"/>
                </a:ext>
              </a:extLst>
            </p:cNvPr>
            <p:cNvCxnSpPr>
              <a:cxnSpLocks/>
              <a:stCxn id="120" idx="5"/>
              <a:endCxn id="113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连接符: 肘形 127">
              <a:extLst>
                <a:ext uri="{FF2B5EF4-FFF2-40B4-BE49-F238E27FC236}">
                  <a16:creationId xmlns:a16="http://schemas.microsoft.com/office/drawing/2014/main" id="{51317762-21D1-4933-972E-1C627DC8B324}"/>
                </a:ext>
              </a:extLst>
            </p:cNvPr>
            <p:cNvCxnSpPr>
              <a:cxnSpLocks/>
              <a:stCxn id="120" idx="4"/>
              <a:endCxn id="114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655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C54B052-85EC-43C7-895F-390F52C4BF41}"/>
              </a:ext>
            </a:extLst>
          </p:cNvPr>
          <p:cNvSpPr/>
          <p:nvPr/>
        </p:nvSpPr>
        <p:spPr>
          <a:xfrm>
            <a:off x="694706" y="1163783"/>
            <a:ext cx="2511632" cy="257694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59B3CC8-61B6-4C97-9146-47C90EB9958F}"/>
              </a:ext>
            </a:extLst>
          </p:cNvPr>
          <p:cNvSpPr txBox="1"/>
          <p:nvPr/>
        </p:nvSpPr>
        <p:spPr>
          <a:xfrm>
            <a:off x="830664" y="128847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C++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本地执行栈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39B98B-0399-48AC-BA70-D6DF25FBDACB}"/>
              </a:ext>
            </a:extLst>
          </p:cNvPr>
          <p:cNvSpPr/>
          <p:nvPr/>
        </p:nvSpPr>
        <p:spPr>
          <a:xfrm>
            <a:off x="923002" y="1764084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a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59DB27-B462-48EF-A2D4-540A9BA5ED36}"/>
              </a:ext>
            </a:extLst>
          </p:cNvPr>
          <p:cNvSpPr/>
          <p:nvPr/>
        </p:nvSpPr>
        <p:spPr>
          <a:xfrm>
            <a:off x="923002" y="2674915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b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DC939C-6419-4A67-B284-295C2E3CFB9B}"/>
              </a:ext>
            </a:extLst>
          </p:cNvPr>
          <p:cNvSpPr/>
          <p:nvPr/>
        </p:nvSpPr>
        <p:spPr>
          <a:xfrm>
            <a:off x="3888475" y="1163781"/>
            <a:ext cx="2837898" cy="346759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3968E6-5953-4281-8061-4D02E367C50A}"/>
              </a:ext>
            </a:extLst>
          </p:cNvPr>
          <p:cNvSpPr txBox="1"/>
          <p:nvPr/>
        </p:nvSpPr>
        <p:spPr>
          <a:xfrm>
            <a:off x="3993214" y="1288474"/>
            <a:ext cx="2762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HandleScopeImplementer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7F17227-4DA9-41A7-966A-D63C81105C34}"/>
              </a:ext>
            </a:extLst>
          </p:cNvPr>
          <p:cNvSpPr txBox="1"/>
          <p:nvPr/>
        </p:nvSpPr>
        <p:spPr>
          <a:xfrm>
            <a:off x="1742773" y="331618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038BC16A-FBA6-476F-9FC0-0C222D2BB8BE}"/>
              </a:ext>
            </a:extLst>
          </p:cNvPr>
          <p:cNvGrpSpPr/>
          <p:nvPr/>
        </p:nvGrpSpPr>
        <p:grpSpPr>
          <a:xfrm>
            <a:off x="4063331" y="1764083"/>
            <a:ext cx="2521537" cy="1507570"/>
            <a:chOff x="4063331" y="1004061"/>
            <a:chExt cx="2521537" cy="15075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1AACC79-074F-412B-BC66-89FFAA5E14CE}"/>
                </a:ext>
              </a:extLst>
            </p:cNvPr>
            <p:cNvSpPr/>
            <p:nvPr/>
          </p:nvSpPr>
          <p:spPr>
            <a:xfrm>
              <a:off x="4067984" y="1004061"/>
              <a:ext cx="2516884" cy="15075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1E0A0A11-91B9-4A54-9945-F98074EBE5E6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BA9AAC-C452-4ABF-90F1-5D44E221817C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720AA229-441F-42B4-9835-C6270C2455F6}"/>
                </a:ext>
              </a:extLst>
            </p:cNvPr>
            <p:cNvCxnSpPr/>
            <p:nvPr/>
          </p:nvCxnSpPr>
          <p:spPr>
            <a:xfrm>
              <a:off x="4063331" y="1757846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BCD9CB9-FBF7-459F-AC24-D1D70325F491}"/>
                </a:ext>
              </a:extLst>
            </p:cNvPr>
            <p:cNvSpPr txBox="1"/>
            <p:nvPr/>
          </p:nvSpPr>
          <p:spPr>
            <a:xfrm>
              <a:off x="4133318" y="1403271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F165C30-4D85-45BF-8CC4-78F4317988C5}"/>
                </a:ext>
              </a:extLst>
            </p:cNvPr>
            <p:cNvSpPr txBox="1"/>
            <p:nvPr/>
          </p:nvSpPr>
          <p:spPr>
            <a:xfrm>
              <a:off x="4133317" y="1789480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278FE96-079D-410D-B98C-39D2D913EAB0}"/>
                </a:ext>
              </a:extLst>
            </p:cNvPr>
            <p:cNvCxnSpPr/>
            <p:nvPr/>
          </p:nvCxnSpPr>
          <p:spPr>
            <a:xfrm>
              <a:off x="4063331" y="2128034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1A9FD83B-0492-4B7D-86E5-3FD41CF88389}"/>
                </a:ext>
              </a:extLst>
            </p:cNvPr>
            <p:cNvSpPr txBox="1"/>
            <p:nvPr/>
          </p:nvSpPr>
          <p:spPr>
            <a:xfrm>
              <a:off x="4133316" y="215372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DC4D194-8F66-46E1-89A4-194C74F2D542}"/>
              </a:ext>
            </a:extLst>
          </p:cNvPr>
          <p:cNvGrpSpPr/>
          <p:nvPr/>
        </p:nvGrpSpPr>
        <p:grpSpPr>
          <a:xfrm>
            <a:off x="4063331" y="3478723"/>
            <a:ext cx="2516884" cy="737764"/>
            <a:chOff x="4067984" y="1004061"/>
            <a:chExt cx="2516884" cy="737764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369D7CB-553C-403B-AB33-CD2111C46C68}"/>
                </a:ext>
              </a:extLst>
            </p:cNvPr>
            <p:cNvSpPr/>
            <p:nvPr/>
          </p:nvSpPr>
          <p:spPr>
            <a:xfrm>
              <a:off x="4067984" y="1004061"/>
              <a:ext cx="2516884" cy="73776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8F6224C-6D82-4CF6-9B7A-9BD7874975F8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DED7E44-C5D1-45FF-9B9A-174567A0EC1A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1F7EE96-DC05-4026-AB51-70358B9128DB}"/>
                </a:ext>
              </a:extLst>
            </p:cNvPr>
            <p:cNvSpPr txBox="1"/>
            <p:nvPr/>
          </p:nvSpPr>
          <p:spPr>
            <a:xfrm>
              <a:off x="4133318" y="1403271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A06BBB25-DB33-48CA-B5D3-7A91AE0F1AE4}"/>
              </a:ext>
            </a:extLst>
          </p:cNvPr>
          <p:cNvSpPr txBox="1"/>
          <p:nvPr/>
        </p:nvSpPr>
        <p:spPr>
          <a:xfrm>
            <a:off x="5109371" y="418091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5BC759A-5196-4E63-B82F-90A18A5C7885}"/>
              </a:ext>
            </a:extLst>
          </p:cNvPr>
          <p:cNvSpPr/>
          <p:nvPr/>
        </p:nvSpPr>
        <p:spPr>
          <a:xfrm>
            <a:off x="7440890" y="1175654"/>
            <a:ext cx="2535381" cy="29747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C25AB7E-834F-4682-A7AC-3F3BA9010492}"/>
              </a:ext>
            </a:extLst>
          </p:cNvPr>
          <p:cNvSpPr txBox="1"/>
          <p:nvPr/>
        </p:nvSpPr>
        <p:spPr>
          <a:xfrm>
            <a:off x="8101453" y="1200604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3FB0665-D084-4B96-9813-383F7F5D2E78}"/>
              </a:ext>
            </a:extLst>
          </p:cNvPr>
          <p:cNvSpPr/>
          <p:nvPr/>
        </p:nvSpPr>
        <p:spPr>
          <a:xfrm>
            <a:off x="7629896" y="1681556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4DBEB3F-8A05-404D-BF59-56C56ECBF7E2}"/>
              </a:ext>
            </a:extLst>
          </p:cNvPr>
          <p:cNvSpPr/>
          <p:nvPr/>
        </p:nvSpPr>
        <p:spPr>
          <a:xfrm>
            <a:off x="8351322" y="2423761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07D3683-C109-4B13-A1E6-15F13DD6B934}"/>
              </a:ext>
            </a:extLst>
          </p:cNvPr>
          <p:cNvSpPr/>
          <p:nvPr/>
        </p:nvSpPr>
        <p:spPr>
          <a:xfrm>
            <a:off x="7874330" y="3230982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CE9BF615-963F-4217-97B8-87F053A55AC1}"/>
              </a:ext>
            </a:extLst>
          </p:cNvPr>
          <p:cNvCxnSpPr>
            <a:cxnSpLocks/>
          </p:cNvCxnSpPr>
          <p:nvPr/>
        </p:nvCxnSpPr>
        <p:spPr>
          <a:xfrm>
            <a:off x="2967753" y="2084718"/>
            <a:ext cx="1085289" cy="24785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6FB9C4D7-C170-49C1-9D95-A803DCA75B33}"/>
              </a:ext>
            </a:extLst>
          </p:cNvPr>
          <p:cNvCxnSpPr>
            <a:stCxn id="8" idx="3"/>
          </p:cNvCxnSpPr>
          <p:nvPr/>
        </p:nvCxnSpPr>
        <p:spPr>
          <a:xfrm flipV="1">
            <a:off x="2978042" y="2718779"/>
            <a:ext cx="1085289" cy="276770"/>
          </a:xfrm>
          <a:prstGeom prst="curvedConnector3">
            <a:avLst>
              <a:gd name="adj1" fmla="val 4890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834E3361-9E70-429A-8040-A432982F0C6C}"/>
              </a:ext>
            </a:extLst>
          </p:cNvPr>
          <p:cNvCxnSpPr>
            <a:endCxn id="35" idx="1"/>
          </p:cNvCxnSpPr>
          <p:nvPr/>
        </p:nvCxnSpPr>
        <p:spPr>
          <a:xfrm flipV="1">
            <a:off x="6187044" y="1951422"/>
            <a:ext cx="1442852" cy="381148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曲线 45">
            <a:extLst>
              <a:ext uri="{FF2B5EF4-FFF2-40B4-BE49-F238E27FC236}">
                <a16:creationId xmlns:a16="http://schemas.microsoft.com/office/drawing/2014/main" id="{EDE7FC62-6466-4E89-B32B-6BAD85AA0967}"/>
              </a:ext>
            </a:extLst>
          </p:cNvPr>
          <p:cNvCxnSpPr>
            <a:endCxn id="37" idx="1"/>
          </p:cNvCxnSpPr>
          <p:nvPr/>
        </p:nvCxnSpPr>
        <p:spPr>
          <a:xfrm>
            <a:off x="6187044" y="2693626"/>
            <a:ext cx="1687286" cy="80722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FCA67E31-38A2-4F8C-AD6A-09046B59C8CB}"/>
              </a:ext>
            </a:extLst>
          </p:cNvPr>
          <p:cNvSpPr/>
          <p:nvPr/>
        </p:nvSpPr>
        <p:spPr>
          <a:xfrm>
            <a:off x="2917230" y="2023786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6645D00-F578-4342-B275-1479F5B8FDCE}"/>
              </a:ext>
            </a:extLst>
          </p:cNvPr>
          <p:cNvSpPr/>
          <p:nvPr/>
        </p:nvSpPr>
        <p:spPr>
          <a:xfrm>
            <a:off x="2916152" y="2927504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8A791B3-CE4D-4BCD-A8A5-319BD6B0B097}"/>
              </a:ext>
            </a:extLst>
          </p:cNvPr>
          <p:cNvSpPr/>
          <p:nvPr/>
        </p:nvSpPr>
        <p:spPr>
          <a:xfrm>
            <a:off x="6118761" y="22658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D8FD23D-36EF-49FF-866A-25A07B644D32}"/>
              </a:ext>
            </a:extLst>
          </p:cNvPr>
          <p:cNvSpPr/>
          <p:nvPr/>
        </p:nvSpPr>
        <p:spPr>
          <a:xfrm>
            <a:off x="6119414" y="26327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1517FBA1-FEA6-45B6-889D-84A5A650A4D0}"/>
              </a:ext>
            </a:extLst>
          </p:cNvPr>
          <p:cNvSpPr/>
          <p:nvPr/>
        </p:nvSpPr>
        <p:spPr>
          <a:xfrm>
            <a:off x="4682041" y="240095"/>
            <a:ext cx="1250766" cy="54679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6932A383-4A4F-417D-9C59-ABC7C49AA812}"/>
              </a:ext>
            </a:extLst>
          </p:cNvPr>
          <p:cNvCxnSpPr>
            <a:stCxn id="52" idx="4"/>
            <a:endCxn id="10" idx="0"/>
          </p:cNvCxnSpPr>
          <p:nvPr/>
        </p:nvCxnSpPr>
        <p:spPr>
          <a:xfrm>
            <a:off x="5307424" y="786888"/>
            <a:ext cx="0" cy="3768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8FFC391-859B-4500-8598-B17E9DF5C8E3}"/>
              </a:ext>
            </a:extLst>
          </p:cNvPr>
          <p:cNvSpPr/>
          <p:nvPr/>
        </p:nvSpPr>
        <p:spPr>
          <a:xfrm>
            <a:off x="3786249" y="1033153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面向宿主公开稳定抽象</a:t>
            </a:r>
            <a:r>
              <a:rPr lang="en-US" altLang="zh-CN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</a:p>
          <a:p>
            <a:pPr algn="ctr"/>
            <a:r>
              <a:rPr lang="en-US" altLang="zh-CN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Isolate / Context / Script / Value / Function / TryCatch</a:t>
            </a:r>
            <a:endParaRPr lang="zh-CN" altLang="en-US" sz="1600" b="0" dirty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B8E369-08F9-4E9D-B3C1-E828393130F4}"/>
              </a:ext>
            </a:extLst>
          </p:cNvPr>
          <p:cNvSpPr/>
          <p:nvPr/>
        </p:nvSpPr>
        <p:spPr>
          <a:xfrm>
            <a:off x="3786249" y="2141517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桥阶层（</a:t>
            </a:r>
            <a:r>
              <a:rPr lang="en-US" altLang="zh-CN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API Bridge</a:t>
            </a:r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altLang="zh-CN" b="1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把公开接口抽象转换为 </a:t>
            </a:r>
            <a:r>
              <a:rPr lang="en-US" altLang="zh-CN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内部可理解的表示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B33866-C481-44AB-A97A-195F140303C1}"/>
              </a:ext>
            </a:extLst>
          </p:cNvPr>
          <p:cNvSpPr/>
          <p:nvPr/>
        </p:nvSpPr>
        <p:spPr>
          <a:xfrm>
            <a:off x="3786249" y="3249881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</a:t>
            </a:r>
            <a:r>
              <a: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内核</a:t>
            </a:r>
            <a:endParaRPr lang="en-US" altLang="zh-CN" b="1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D2F5DF1-AF45-4804-943D-0BFD2A0CBE3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1816925"/>
            <a:ext cx="0" cy="324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811CD8A-5028-46AA-B285-044862774606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2925289"/>
            <a:ext cx="0" cy="324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右中括号 10">
            <a:extLst>
              <a:ext uri="{FF2B5EF4-FFF2-40B4-BE49-F238E27FC236}">
                <a16:creationId xmlns:a16="http://schemas.microsoft.com/office/drawing/2014/main" id="{396EE085-64E5-45F4-9A09-B6025013ADF7}"/>
              </a:ext>
            </a:extLst>
          </p:cNvPr>
          <p:cNvSpPr/>
          <p:nvPr/>
        </p:nvSpPr>
        <p:spPr>
          <a:xfrm>
            <a:off x="8651173" y="1246702"/>
            <a:ext cx="79347" cy="1499467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9A7B51C-3199-403C-AF6F-93961974B7E9}"/>
              </a:ext>
            </a:extLst>
          </p:cNvPr>
          <p:cNvSpPr txBox="1"/>
          <p:nvPr/>
        </p:nvSpPr>
        <p:spPr>
          <a:xfrm>
            <a:off x="8730520" y="1816925"/>
            <a:ext cx="1346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嵌入接口层</a:t>
            </a:r>
          </a:p>
        </p:txBody>
      </p:sp>
    </p:spTree>
    <p:extLst>
      <p:ext uri="{BB962C8B-B14F-4D97-AF65-F5344CB8AC3E}">
        <p14:creationId xmlns:p14="http://schemas.microsoft.com/office/powerpoint/2010/main" val="3294987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1582</TotalTime>
  <Words>1448</Words>
  <Application>Microsoft Office PowerPoint</Application>
  <PresentationFormat>宽屏</PresentationFormat>
  <Paragraphs>368</Paragraphs>
  <Slides>16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472</cp:revision>
  <dcterms:created xsi:type="dcterms:W3CDTF">2026-04-25T11:47:52Z</dcterms:created>
  <dcterms:modified xsi:type="dcterms:W3CDTF">2026-04-29T07:54:19Z</dcterms:modified>
</cp:coreProperties>
</file>