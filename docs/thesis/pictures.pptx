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9" r:id="rId2"/>
    <p:sldId id="257" r:id="rId3"/>
    <p:sldId id="260" r:id="rId4"/>
    <p:sldId id="263" r:id="rId5"/>
    <p:sldId id="261" r:id="rId6"/>
    <p:sldId id="264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2" y="686895"/>
            <a:ext cx="102794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4580455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模块系统相关状态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05738" y="1820882"/>
            <a:ext cx="2069913" cy="1474521"/>
            <a:chOff x="4554691" y="1904009"/>
            <a:chExt cx="2069913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554691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脚本执行相关状态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63313" y="1820882"/>
            <a:ext cx="2069915" cy="1498260"/>
            <a:chOff x="4554689" y="1904009"/>
            <a:chExt cx="2069915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4554689" y="1959549"/>
              <a:ext cx="2044149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虚拟机堆相关状态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352103" y="3872910"/>
            <a:ext cx="5519460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</TotalTime>
  <Words>775</Words>
  <Application>Microsoft Office PowerPoint</Application>
  <PresentationFormat>宽屏</PresentationFormat>
  <Paragraphs>183</Paragraphs>
  <Slides>6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166</cp:revision>
  <dcterms:created xsi:type="dcterms:W3CDTF">2026-04-25T11:47:52Z</dcterms:created>
  <dcterms:modified xsi:type="dcterms:W3CDTF">2026-04-26T08:12:14Z</dcterms:modified>
</cp:coreProperties>
</file>