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9" r:id="rId2"/>
    <p:sldId id="257" r:id="rId3"/>
    <p:sldId id="260" r:id="rId4"/>
    <p:sldId id="263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 P" initials="RP" lastIdx="1" clrIdx="0">
    <p:extLst>
      <p:ext uri="{19B8F6BF-5375-455C-9EA6-DF929625EA0E}">
        <p15:presenceInfo xmlns:p15="http://schemas.microsoft.com/office/powerpoint/2012/main" userId="d819f965aaecad6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A8157-93E0-41B4-A777-149D15F966ED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3EDF1-1F90-4424-893B-0173418AA8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068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PVM </a:t>
            </a:r>
            <a:r>
              <a:rPr lang="zh-CN" altLang="en-US" dirty="0"/>
              <a:t>调用堆栈与栈帧变化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3EDF1-1F90-4424-893B-0173418AA87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877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栈帧中</a:t>
            </a:r>
            <a:r>
              <a:rPr lang="en-US" altLang="zh-CN" dirty="0"/>
              <a:t> locals</a:t>
            </a:r>
            <a:r>
              <a:rPr lang="zh-CN" altLang="en-US" dirty="0"/>
              <a:t>、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JetBrains Mono"/>
              </a:rPr>
              <a:t>globals</a:t>
            </a:r>
            <a:r>
              <a:rPr lang="zh-CN" altLang="en-US" b="0" dirty="0">
                <a:solidFill>
                  <a:srgbClr val="CE9178"/>
                </a:solidFill>
                <a:effectLst/>
                <a:latin typeface="JetBrains Mono"/>
              </a:rPr>
              <a:t> 与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JetBrains Mono"/>
              </a:rPr>
              <a:t>localsplus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JetBrains Mono"/>
              </a:rPr>
              <a:t> </a:t>
            </a:r>
            <a:r>
              <a:rPr lang="zh-CN" altLang="en-US" b="0" dirty="0">
                <a:solidFill>
                  <a:srgbClr val="CCCCCC"/>
                </a:solidFill>
                <a:effectLst/>
                <a:latin typeface="JetBrains Mono"/>
              </a:rPr>
              <a:t>字段的职责与指向规则</a:t>
            </a:r>
            <a:endParaRPr lang="en-US" altLang="zh-CN" b="0" dirty="0">
              <a:solidFill>
                <a:srgbClr val="CCCCCC"/>
              </a:solidFill>
              <a:effectLst/>
              <a:latin typeface="JetBrains Mon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3EDF1-1F90-4424-893B-0173418AA87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732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01BB8-5B07-49D5-B5F2-261F8CBD4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DC6E758-B5AC-44A6-B17C-632CD84E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FE69AC-D780-48AF-B037-AC3172990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BAB17E-9BE9-449C-B3FF-D11321FB2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D51095-B3BD-4B82-B61D-255D8382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41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ED288-6DB1-4CA8-86D6-E1248D06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533A48-F5E9-499D-BF52-3185525E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7F1A8-813D-46A6-89D2-8D590BFD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76BFC-DF89-437A-8D41-9BBEAEED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7BC988-0AAC-4C95-84D2-5CB03E515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8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D85D3-34BD-45E1-87D3-9ABA86AC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31E465-2C8F-48C5-BD29-437A4CAD8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609A46-3C2C-4D33-B6C3-79C9AFBE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4BF84D-4703-4402-93F3-71568BC76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5C86F7-00DE-419B-A33E-B24BF78F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29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3E4E0-B15F-4A6A-928A-A093E85D0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97228B-E91F-4639-B6A2-F9F8AED6C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D0C63B-DD01-4BEF-8B72-0303D9D26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5390D6-EE4B-4D70-B381-78630BC3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AF46AB-7486-4048-829F-AF32745E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E81A768-026F-45E1-99E6-F8CE43FB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35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DCD7A3-FA37-49A1-AB46-6E6BEF976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7B93EF-F6B7-4817-9D8A-93439C80C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46951-CEE4-44BB-A579-7D09DF5E5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C90B5C1-D74B-4039-AB21-368004BA5A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2872C7-2329-429A-A9F5-62F16E614D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E75879-B6FE-4AB1-808F-6CB7591C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2F00AEB-04D8-404C-B913-8F28108B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86F902-76F3-4EE8-A1AC-80CB150F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130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4A03B-1212-4750-B447-7190638B3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AFA080-D01D-4AD7-B0B8-BB143AC7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75E2F7-5C50-4481-AC64-4E6E8166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7C3861-B2E8-41C2-9E13-DCB140DF1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06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4AFDA5-41CC-4AF0-97E1-08B6F320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96B132-3FE2-4641-BFF1-C761D645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3CFA17-0EAD-4944-9B84-8CFC1B5E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03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66D0A-512D-4210-B25E-E2A30FEBC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CE7F26-F003-4613-B84D-54AF0B57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5D0C1C-EB7D-4C77-986C-3A00514F7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B34C1F-2CB6-433F-B068-59CBDCD59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38E3D3-2910-4BD2-ABCD-08D5C853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D1FDF9-0735-49CE-A7F8-FC1DAC4D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725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C52FC-3900-4DE3-BC14-FD2A25C7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D4E235B-8182-4C98-9841-0BE0F7B6FA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1CE215-FC26-4B2C-A421-1A112B85C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1DD91B-F89A-40B3-8943-C59C32E2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BE4C6F-5625-4CF6-825D-92F4F28A8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B96DCB-74A6-4B53-BEF2-68AE5EA88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24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EA87B2-E41F-401F-BB2D-37C0BB7B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D98DD1-2467-41D7-89A2-F85CE9ACE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E0359C-419A-4907-95C9-2F34DC6CC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AE816-53C3-40D4-B5D6-5A035152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CED94-EFB1-40C0-8E57-33C79388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71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5DB7AE6-91E9-45CC-9720-FA0DE0AEC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6668AA-46A2-4B2F-8061-059A49EEDE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D8A6D5-C28E-456A-B05A-FF254137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B4EAD-6D86-46EF-9B82-42FC53E02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79FC26-2A7E-4CEC-A680-A393C9E7E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66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A8E54C-F028-4EBD-8035-EE8757F09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0F6EB0-A225-4D92-A83E-B33CD50272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298460-8A92-4A45-8375-8C3BF2587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97275-6DBD-4E45-A854-72B05E8D007C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3D5491-F65F-4219-BA10-ABBE84300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70DB9C-F68C-4E01-801C-322EC42B9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0127F-E3BC-46EB-9455-289317859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1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DC72A1B-1C8F-4A61-A757-566CD8A3DBCC}"/>
              </a:ext>
            </a:extLst>
          </p:cNvPr>
          <p:cNvSpPr txBox="1"/>
          <p:nvPr/>
        </p:nvSpPr>
        <p:spPr>
          <a:xfrm>
            <a:off x="102899" y="2615221"/>
            <a:ext cx="270497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&lt;callee 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0 LOAD_FAST     (x)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2 LOAD_FAST     (y)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4 BINARY_OP      (+)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6 RETURN_VALUE</a:t>
            </a: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&lt;caller 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...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10 LOAD_GLOBAL  (callee)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20 LOAD_FAST         (a)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22 LOAD_FAST         (b)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24 CALL                     2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 STORE_FAST        (c)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...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E625022-4155-498B-8390-3F1493C60CDE}"/>
              </a:ext>
            </a:extLst>
          </p:cNvPr>
          <p:cNvSpPr txBox="1"/>
          <p:nvPr/>
        </p:nvSpPr>
        <p:spPr>
          <a:xfrm>
            <a:off x="6303049" y="2344950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callee()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D40F947-A622-4364-9104-B7ADE90D4D72}"/>
              </a:ext>
            </a:extLst>
          </p:cNvPr>
          <p:cNvSpPr txBox="1"/>
          <p:nvPr/>
        </p:nvSpPr>
        <p:spPr>
          <a:xfrm>
            <a:off x="6256817" y="2738548"/>
            <a:ext cx="22018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程序计数器：</a:t>
            </a:r>
            <a:r>
              <a:rPr lang="en-US" altLang="zh-CN" sz="1600" dirty="0">
                <a:solidFill>
                  <a:srgbClr val="00B0F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en-US" sz="1600" dirty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864976A-4A93-4D33-94B9-6C8DC05598A2}"/>
              </a:ext>
            </a:extLst>
          </p:cNvPr>
          <p:cNvSpPr txBox="1"/>
          <p:nvPr/>
        </p:nvSpPr>
        <p:spPr>
          <a:xfrm>
            <a:off x="6256817" y="3156291"/>
            <a:ext cx="24471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局部变量环境：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x=1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y=2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3AC92021-D83E-4302-B02D-97EA8E31497C}"/>
              </a:ext>
            </a:extLst>
          </p:cNvPr>
          <p:cNvSpPr txBox="1"/>
          <p:nvPr/>
        </p:nvSpPr>
        <p:spPr>
          <a:xfrm>
            <a:off x="6245136" y="3542380"/>
            <a:ext cx="25551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操作数栈：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[]</a:t>
            </a:r>
            <a:endParaRPr lang="zh-CN" alt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E2893A-C3F1-4E3D-9B25-7352E5A7B5AD}"/>
              </a:ext>
            </a:extLst>
          </p:cNvPr>
          <p:cNvGrpSpPr/>
          <p:nvPr/>
        </p:nvGrpSpPr>
        <p:grpSpPr>
          <a:xfrm>
            <a:off x="2967599" y="369678"/>
            <a:ext cx="2781234" cy="6362582"/>
            <a:chOff x="2671307" y="464928"/>
            <a:chExt cx="2781234" cy="6362582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A3B326D-58A3-4C65-8495-E41F5FD4BF99}"/>
                </a:ext>
              </a:extLst>
            </p:cNvPr>
            <p:cNvGrpSpPr/>
            <p:nvPr/>
          </p:nvGrpSpPr>
          <p:grpSpPr>
            <a:xfrm>
              <a:off x="2671307" y="834260"/>
              <a:ext cx="2781234" cy="5717306"/>
              <a:chOff x="2671307" y="834260"/>
              <a:chExt cx="2781234" cy="5717306"/>
            </a:xfrm>
          </p:grpSpPr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EF4609E5-5FAE-486F-8777-3540CF41D161}"/>
                  </a:ext>
                </a:extLst>
              </p:cNvPr>
              <p:cNvGrpSpPr/>
              <p:nvPr/>
            </p:nvGrpSpPr>
            <p:grpSpPr>
              <a:xfrm>
                <a:off x="2671307" y="834260"/>
                <a:ext cx="2781234" cy="5717306"/>
                <a:chOff x="4373092" y="1602149"/>
                <a:chExt cx="2719504" cy="3793469"/>
              </a:xfrm>
            </p:grpSpPr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080E4C7B-7212-45B6-809D-FAD5F3D3CD0A}"/>
                    </a:ext>
                  </a:extLst>
                </p:cNvPr>
                <p:cNvSpPr txBox="1"/>
                <p:nvPr/>
              </p:nvSpPr>
              <p:spPr>
                <a:xfrm>
                  <a:off x="5565265" y="4933953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E4B8F1EA-C096-4362-B1A9-D3F0D2D5C43A}"/>
                    </a:ext>
                  </a:extLst>
                </p:cNvPr>
                <p:cNvSpPr/>
                <p:nvPr/>
              </p:nvSpPr>
              <p:spPr>
                <a:xfrm>
                  <a:off x="4373092" y="1602149"/>
                  <a:ext cx="2719504" cy="3688307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A213E22F-D8B0-49C8-B387-00B6C7BBB9C5}"/>
                  </a:ext>
                </a:extLst>
              </p:cNvPr>
              <p:cNvGrpSpPr/>
              <p:nvPr/>
            </p:nvGrpSpPr>
            <p:grpSpPr>
              <a:xfrm>
                <a:off x="2778120" y="4295520"/>
                <a:ext cx="2566799" cy="1622681"/>
                <a:chOff x="2776967" y="3431920"/>
                <a:chExt cx="2820356" cy="1622681"/>
              </a:xfrm>
            </p:grpSpPr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814E4D7C-A7B8-41E8-9C3B-DDBE6A2089E2}"/>
                    </a:ext>
                  </a:extLst>
                </p:cNvPr>
                <p:cNvSpPr txBox="1"/>
                <p:nvPr/>
              </p:nvSpPr>
              <p:spPr>
                <a:xfrm>
                  <a:off x="2840601" y="3431920"/>
                  <a:ext cx="16017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 caller()</a:t>
                  </a:r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6" name="组合 5">
                  <a:extLst>
                    <a:ext uri="{FF2B5EF4-FFF2-40B4-BE49-F238E27FC236}">
                      <a16:creationId xmlns:a16="http://schemas.microsoft.com/office/drawing/2014/main" id="{39D63328-B72D-47CA-B534-1C000829DB6F}"/>
                    </a:ext>
                  </a:extLst>
                </p:cNvPr>
                <p:cNvGrpSpPr/>
                <p:nvPr/>
              </p:nvGrpSpPr>
              <p:grpSpPr>
                <a:xfrm>
                  <a:off x="2776967" y="3431921"/>
                  <a:ext cx="2820356" cy="1622680"/>
                  <a:chOff x="2776967" y="3431921"/>
                  <a:chExt cx="2820356" cy="1622680"/>
                </a:xfrm>
              </p:grpSpPr>
              <p:sp>
                <p:nvSpPr>
                  <p:cNvPr id="3" name="矩形 2">
                    <a:extLst>
                      <a:ext uri="{FF2B5EF4-FFF2-40B4-BE49-F238E27FC236}">
                        <a16:creationId xmlns:a16="http://schemas.microsoft.com/office/drawing/2014/main" id="{82839434-0064-4DB0-9806-0B0E326E279F}"/>
                      </a:ext>
                    </a:extLst>
                  </p:cNvPr>
                  <p:cNvSpPr/>
                  <p:nvPr/>
                </p:nvSpPr>
                <p:spPr>
                  <a:xfrm>
                    <a:off x="2789802" y="3431921"/>
                    <a:ext cx="2807521" cy="162268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DCE315F2-D91D-41E3-8675-A41F00026CEC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802" y="3825518"/>
                    <a:ext cx="241935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程序计数器：</a:t>
                    </a:r>
                    <a:r>
                      <a:rPr lang="en-US" altLang="zh-CN" sz="16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24</a:t>
                    </a:r>
                    <a:endParaRPr lang="zh-CN" altLang="en-US" sz="16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" name="文本框 28">
                    <a:extLst>
                      <a:ext uri="{FF2B5EF4-FFF2-40B4-BE49-F238E27FC236}">
                        <a16:creationId xmlns:a16="http://schemas.microsoft.com/office/drawing/2014/main" id="{341297B6-4D6C-475C-A7E3-0939B2B6D527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802" y="4243261"/>
                    <a:ext cx="26889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局部变量环境：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a=1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，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b=2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E8A2888A-CEEB-4D81-994A-4687C03CD83E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967" y="4629350"/>
                    <a:ext cx="2807521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操作数栈：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[…, callee, 1, 2]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AD12310-ED43-44F1-A48D-AFACEE4FF153}"/>
                </a:ext>
              </a:extLst>
            </p:cNvPr>
            <p:cNvSpPr txBox="1"/>
            <p:nvPr/>
          </p:nvSpPr>
          <p:spPr>
            <a:xfrm>
              <a:off x="2814453" y="6458178"/>
              <a:ext cx="2230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① 执行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CALL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指令前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8465E86-7045-4D17-A991-3E045B475687}"/>
                </a:ext>
              </a:extLst>
            </p:cNvPr>
            <p:cNvSpPr txBox="1"/>
            <p:nvPr/>
          </p:nvSpPr>
          <p:spPr>
            <a:xfrm>
              <a:off x="2957120" y="464928"/>
              <a:ext cx="2220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PVM 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调用堆栈 栈顶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BDD95C5-1114-41B9-9396-4C1A9998D0BA}"/>
              </a:ext>
            </a:extLst>
          </p:cNvPr>
          <p:cNvGrpSpPr/>
          <p:nvPr/>
        </p:nvGrpSpPr>
        <p:grpSpPr>
          <a:xfrm>
            <a:off x="6123549" y="369678"/>
            <a:ext cx="2781234" cy="6346625"/>
            <a:chOff x="5827257" y="464928"/>
            <a:chExt cx="2781234" cy="6346625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9DF3C830-2CCB-4590-85BC-5D54C596DC05}"/>
                </a:ext>
              </a:extLst>
            </p:cNvPr>
            <p:cNvSpPr/>
            <p:nvPr/>
          </p:nvSpPr>
          <p:spPr>
            <a:xfrm>
              <a:off x="5960525" y="2440201"/>
              <a:ext cx="2555118" cy="162268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90E446D9-5B0C-47D8-B563-97D7FD0B1383}"/>
                </a:ext>
              </a:extLst>
            </p:cNvPr>
            <p:cNvGrpSpPr/>
            <p:nvPr/>
          </p:nvGrpSpPr>
          <p:grpSpPr>
            <a:xfrm>
              <a:off x="5827257" y="464928"/>
              <a:ext cx="2781234" cy="6346625"/>
              <a:chOff x="5827257" y="464928"/>
              <a:chExt cx="2781234" cy="6346625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327828D1-7B9E-4826-94FB-3927BD337425}"/>
                  </a:ext>
                </a:extLst>
              </p:cNvPr>
              <p:cNvGrpSpPr/>
              <p:nvPr/>
            </p:nvGrpSpPr>
            <p:grpSpPr>
              <a:xfrm>
                <a:off x="5827257" y="834260"/>
                <a:ext cx="2781234" cy="5717306"/>
                <a:chOff x="2671307" y="834260"/>
                <a:chExt cx="2781234" cy="5717306"/>
              </a:xfrm>
            </p:grpSpPr>
            <p:grpSp>
              <p:nvGrpSpPr>
                <p:cNvPr id="43" name="组合 42">
                  <a:extLst>
                    <a:ext uri="{FF2B5EF4-FFF2-40B4-BE49-F238E27FC236}">
                      <a16:creationId xmlns:a16="http://schemas.microsoft.com/office/drawing/2014/main" id="{D0961722-4647-4FF4-8BF3-208B4611C26A}"/>
                    </a:ext>
                  </a:extLst>
                </p:cNvPr>
                <p:cNvGrpSpPr/>
                <p:nvPr/>
              </p:nvGrpSpPr>
              <p:grpSpPr>
                <a:xfrm>
                  <a:off x="2671307" y="834260"/>
                  <a:ext cx="2781234" cy="5717306"/>
                  <a:chOff x="4373092" y="1602149"/>
                  <a:chExt cx="2719504" cy="3793469"/>
                </a:xfrm>
              </p:grpSpPr>
              <p:sp>
                <p:nvSpPr>
                  <p:cNvPr id="52" name="文本框 51">
                    <a:extLst>
                      <a:ext uri="{FF2B5EF4-FFF2-40B4-BE49-F238E27FC236}">
                        <a16:creationId xmlns:a16="http://schemas.microsoft.com/office/drawing/2014/main" id="{9FBEBF19-A120-427B-80CC-A771F81A60D5}"/>
                      </a:ext>
                    </a:extLst>
                  </p:cNvPr>
                  <p:cNvSpPr txBox="1"/>
                  <p:nvPr/>
                </p:nvSpPr>
                <p:spPr>
                  <a:xfrm>
                    <a:off x="5565265" y="4933953"/>
                    <a:ext cx="492443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…</a:t>
                    </a:r>
                    <a:endParaRPr lang="zh-CN" altLang="en-US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EDEE2964-16E2-416A-9CFA-8A8A2E53C903}"/>
                      </a:ext>
                    </a:extLst>
                  </p:cNvPr>
                  <p:cNvSpPr/>
                  <p:nvPr/>
                </p:nvSpPr>
                <p:spPr>
                  <a:xfrm>
                    <a:off x="4373092" y="1602149"/>
                    <a:ext cx="2719504" cy="3688307"/>
                  </a:xfrm>
                  <a:prstGeom prst="rect">
                    <a:avLst/>
                  </a:prstGeom>
                  <a:noFill/>
                  <a:ln w="28575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44" name="组合 43">
                  <a:extLst>
                    <a:ext uri="{FF2B5EF4-FFF2-40B4-BE49-F238E27FC236}">
                      <a16:creationId xmlns:a16="http://schemas.microsoft.com/office/drawing/2014/main" id="{F912A5B4-50A5-4A55-B93F-ACD82227C755}"/>
                    </a:ext>
                  </a:extLst>
                </p:cNvPr>
                <p:cNvGrpSpPr/>
                <p:nvPr/>
              </p:nvGrpSpPr>
              <p:grpSpPr>
                <a:xfrm>
                  <a:off x="2778120" y="4295520"/>
                  <a:ext cx="2566799" cy="1622681"/>
                  <a:chOff x="2776967" y="3431920"/>
                  <a:chExt cx="2820356" cy="1622681"/>
                </a:xfrm>
              </p:grpSpPr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B06C1B37-032E-4B1E-80CF-D0427F6C5002}"/>
                      </a:ext>
                    </a:extLst>
                  </p:cNvPr>
                  <p:cNvSpPr txBox="1"/>
                  <p:nvPr/>
                </p:nvSpPr>
                <p:spPr>
                  <a:xfrm>
                    <a:off x="2840601" y="3431920"/>
                    <a:ext cx="160172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Frame caller()</a:t>
                    </a:r>
                    <a:endParaRPr lang="zh-CN" altLang="en-US" b="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60C26C2A-7F7B-4171-BEA1-99BD99C75D5F}"/>
                      </a:ext>
                    </a:extLst>
                  </p:cNvPr>
                  <p:cNvGrpSpPr/>
                  <p:nvPr/>
                </p:nvGrpSpPr>
                <p:grpSpPr>
                  <a:xfrm>
                    <a:off x="2776967" y="3431921"/>
                    <a:ext cx="2820356" cy="1622680"/>
                    <a:chOff x="2776967" y="3431921"/>
                    <a:chExt cx="2820356" cy="1622680"/>
                  </a:xfrm>
                </p:grpSpPr>
                <p:sp>
                  <p:nvSpPr>
                    <p:cNvPr id="48" name="矩形 47">
                      <a:extLst>
                        <a:ext uri="{FF2B5EF4-FFF2-40B4-BE49-F238E27FC236}">
                          <a16:creationId xmlns:a16="http://schemas.microsoft.com/office/drawing/2014/main" id="{791F7972-D77A-4550-96F4-262CF5C2A6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89802" y="3431921"/>
                      <a:ext cx="2807521" cy="162268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49" name="文本框 48">
                      <a:extLst>
                        <a:ext uri="{FF2B5EF4-FFF2-40B4-BE49-F238E27FC236}">
                          <a16:creationId xmlns:a16="http://schemas.microsoft.com/office/drawing/2014/main" id="{2C540621-0F84-4FF2-BAE6-9223469E765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89802" y="3825518"/>
                      <a:ext cx="2419350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程序计数器：</a:t>
                      </a:r>
                      <a:r>
                        <a:rPr lang="en-US" altLang="zh-CN" sz="16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</a:t>
                      </a:r>
                      <a:endParaRPr lang="zh-CN" altLang="en-US" sz="16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0" name="文本框 49">
                      <a:extLst>
                        <a:ext uri="{FF2B5EF4-FFF2-40B4-BE49-F238E27FC236}">
                          <a16:creationId xmlns:a16="http://schemas.microsoft.com/office/drawing/2014/main" id="{1C49BF49-A9A6-4D80-8510-BB08083701A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89802" y="4243261"/>
                      <a:ext cx="2688907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局部变量环境：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a=1</a:t>
                      </a:r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b=2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51" name="文本框 50">
                      <a:extLst>
                        <a:ext uri="{FF2B5EF4-FFF2-40B4-BE49-F238E27FC236}">
                          <a16:creationId xmlns:a16="http://schemas.microsoft.com/office/drawing/2014/main" id="{0A63E937-A08E-4202-888E-2D48AA18AA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776967" y="4629350"/>
                      <a:ext cx="2807521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操作数栈：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[…]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sp>
            <p:nvSpPr>
              <p:cNvPr id="9" name="箭头: 下 8">
                <a:extLst>
                  <a:ext uri="{FF2B5EF4-FFF2-40B4-BE49-F238E27FC236}">
                    <a16:creationId xmlns:a16="http://schemas.microsoft.com/office/drawing/2014/main" id="{7E2E1FC6-4ED6-4D6A-A743-A40ADF03009D}"/>
                  </a:ext>
                </a:extLst>
              </p:cNvPr>
              <p:cNvSpPr/>
              <p:nvPr/>
            </p:nvSpPr>
            <p:spPr>
              <a:xfrm>
                <a:off x="6410767" y="1472980"/>
                <a:ext cx="1601721" cy="850900"/>
              </a:xfrm>
              <a:prstGeom prst="downArrow">
                <a:avLst>
                  <a:gd name="adj1" fmla="val 50000"/>
                  <a:gd name="adj2" fmla="val 49254"/>
                </a:avLst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callee()</a:t>
                </a:r>
              </a:p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栈帧</a:t>
                </a:r>
                <a:endParaRPr lang="en-US" altLang="zh-CN" sz="1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入栈</a:t>
                </a:r>
              </a:p>
            </p:txBody>
          </p:sp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19C7BA3B-3406-40BE-83C7-9D75C7E032B4}"/>
                  </a:ext>
                </a:extLst>
              </p:cNvPr>
              <p:cNvSpPr txBox="1"/>
              <p:nvPr/>
            </p:nvSpPr>
            <p:spPr>
              <a:xfrm>
                <a:off x="5916428" y="6442221"/>
                <a:ext cx="2230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 执行</a:t>
                </a:r>
                <a:r>
                  <a:rPr lang="en-US" altLang="zh-CN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CALL</a:t>
                </a:r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指令后</a:t>
                </a:r>
              </a:p>
            </p:txBody>
          </p:sp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F86242C8-2C43-45A9-9496-5DF72F28D165}"/>
                  </a:ext>
                </a:extLst>
              </p:cNvPr>
              <p:cNvSpPr txBox="1"/>
              <p:nvPr/>
            </p:nvSpPr>
            <p:spPr>
              <a:xfrm>
                <a:off x="6127844" y="464928"/>
                <a:ext cx="2220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PVM </a:t>
                </a:r>
                <a:r>
                  <a:rPr lang="zh-CN" altLang="en-US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调用堆栈 栈顶</a:t>
                </a:r>
              </a:p>
            </p:txBody>
          </p:sp>
        </p:grp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4A6AD10-FAC2-4B43-88A4-E364C8419CB8}"/>
              </a:ext>
            </a:extLst>
          </p:cNvPr>
          <p:cNvGrpSpPr/>
          <p:nvPr/>
        </p:nvGrpSpPr>
        <p:grpSpPr>
          <a:xfrm>
            <a:off x="9279499" y="361593"/>
            <a:ext cx="2781234" cy="6359350"/>
            <a:chOff x="8983207" y="456843"/>
            <a:chExt cx="2781234" cy="6359350"/>
          </a:xfrm>
        </p:grpSpPr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3D279B23-7DAB-4D55-AE8A-DACBB4259423}"/>
                </a:ext>
              </a:extLst>
            </p:cNvPr>
            <p:cNvGrpSpPr/>
            <p:nvPr/>
          </p:nvGrpSpPr>
          <p:grpSpPr>
            <a:xfrm>
              <a:off x="8983207" y="834260"/>
              <a:ext cx="2781234" cy="5717306"/>
              <a:chOff x="2671307" y="834260"/>
              <a:chExt cx="2781234" cy="5717306"/>
            </a:xfrm>
          </p:grpSpPr>
          <p:grpSp>
            <p:nvGrpSpPr>
              <p:cNvPr id="100" name="组合 99">
                <a:extLst>
                  <a:ext uri="{FF2B5EF4-FFF2-40B4-BE49-F238E27FC236}">
                    <a16:creationId xmlns:a16="http://schemas.microsoft.com/office/drawing/2014/main" id="{05ADFD2E-E93B-470F-B34F-3E1B3BBBAC59}"/>
                  </a:ext>
                </a:extLst>
              </p:cNvPr>
              <p:cNvGrpSpPr/>
              <p:nvPr/>
            </p:nvGrpSpPr>
            <p:grpSpPr>
              <a:xfrm>
                <a:off x="2671307" y="834260"/>
                <a:ext cx="2781234" cy="5717306"/>
                <a:chOff x="4373092" y="1602149"/>
                <a:chExt cx="2719504" cy="3793469"/>
              </a:xfrm>
            </p:grpSpPr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27954E2C-A8F1-42EE-B3B7-C37B7B5A93FF}"/>
                    </a:ext>
                  </a:extLst>
                </p:cNvPr>
                <p:cNvSpPr txBox="1"/>
                <p:nvPr/>
              </p:nvSpPr>
              <p:spPr>
                <a:xfrm>
                  <a:off x="5565265" y="4933953"/>
                  <a:ext cx="4924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…</a:t>
                  </a:r>
                  <a:endParaRPr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9" name="矩形 108">
                  <a:extLst>
                    <a:ext uri="{FF2B5EF4-FFF2-40B4-BE49-F238E27FC236}">
                      <a16:creationId xmlns:a16="http://schemas.microsoft.com/office/drawing/2014/main" id="{8BA1FA17-0533-4940-8D22-FF050421F019}"/>
                    </a:ext>
                  </a:extLst>
                </p:cNvPr>
                <p:cNvSpPr/>
                <p:nvPr/>
              </p:nvSpPr>
              <p:spPr>
                <a:xfrm>
                  <a:off x="4373092" y="1602149"/>
                  <a:ext cx="2719504" cy="3688307"/>
                </a:xfrm>
                <a:prstGeom prst="rect">
                  <a:avLst/>
                </a:prstGeom>
                <a:noFill/>
                <a:ln w="28575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CCF5CA14-FE3E-49CF-B760-0F751F949E63}"/>
                  </a:ext>
                </a:extLst>
              </p:cNvPr>
              <p:cNvGrpSpPr/>
              <p:nvPr/>
            </p:nvGrpSpPr>
            <p:grpSpPr>
              <a:xfrm>
                <a:off x="2778120" y="4295520"/>
                <a:ext cx="2566799" cy="1622681"/>
                <a:chOff x="2776967" y="3431920"/>
                <a:chExt cx="2820356" cy="1622681"/>
              </a:xfrm>
            </p:grpSpPr>
            <p:sp>
              <p:nvSpPr>
                <p:cNvPr id="102" name="文本框 101">
                  <a:extLst>
                    <a:ext uri="{FF2B5EF4-FFF2-40B4-BE49-F238E27FC236}">
                      <a16:creationId xmlns:a16="http://schemas.microsoft.com/office/drawing/2014/main" id="{86BD8C42-E509-4044-BE65-FE7BC50ED9FD}"/>
                    </a:ext>
                  </a:extLst>
                </p:cNvPr>
                <p:cNvSpPr txBox="1"/>
                <p:nvPr/>
              </p:nvSpPr>
              <p:spPr>
                <a:xfrm>
                  <a:off x="2840601" y="3431920"/>
                  <a:ext cx="16017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Frame caller()</a:t>
                  </a:r>
                  <a:endParaRPr lang="zh-CN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03" name="组合 102">
                  <a:extLst>
                    <a:ext uri="{FF2B5EF4-FFF2-40B4-BE49-F238E27FC236}">
                      <a16:creationId xmlns:a16="http://schemas.microsoft.com/office/drawing/2014/main" id="{42ED2DED-ADDC-4022-BA6D-EE2D120002D5}"/>
                    </a:ext>
                  </a:extLst>
                </p:cNvPr>
                <p:cNvGrpSpPr/>
                <p:nvPr/>
              </p:nvGrpSpPr>
              <p:grpSpPr>
                <a:xfrm>
                  <a:off x="2776967" y="3431921"/>
                  <a:ext cx="2820356" cy="1622680"/>
                  <a:chOff x="2776967" y="3431921"/>
                  <a:chExt cx="2820356" cy="1622680"/>
                </a:xfrm>
              </p:grpSpPr>
              <p:sp>
                <p:nvSpPr>
                  <p:cNvPr id="104" name="矩形 103">
                    <a:extLst>
                      <a:ext uri="{FF2B5EF4-FFF2-40B4-BE49-F238E27FC236}">
                        <a16:creationId xmlns:a16="http://schemas.microsoft.com/office/drawing/2014/main" id="{925A0E6C-D263-45AD-A339-944092D48420}"/>
                      </a:ext>
                    </a:extLst>
                  </p:cNvPr>
                  <p:cNvSpPr/>
                  <p:nvPr/>
                </p:nvSpPr>
                <p:spPr>
                  <a:xfrm>
                    <a:off x="2789802" y="3431921"/>
                    <a:ext cx="2807521" cy="162268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5" name="文本框 104">
                    <a:extLst>
                      <a:ext uri="{FF2B5EF4-FFF2-40B4-BE49-F238E27FC236}">
                        <a16:creationId xmlns:a16="http://schemas.microsoft.com/office/drawing/2014/main" id="{ABD08A67-F278-4D40-A4BE-6575C6979728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802" y="3825518"/>
                    <a:ext cx="241935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程序计数器：</a:t>
                    </a:r>
                    <a:r>
                      <a:rPr lang="en-US" altLang="zh-CN" sz="16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32</a:t>
                    </a:r>
                    <a:endParaRPr lang="zh-CN" altLang="en-US" sz="1600" dirty="0">
                      <a:solidFill>
                        <a:srgbClr val="00B05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4E5074C8-18B0-46D5-8CAC-A8F619B382E7}"/>
                      </a:ext>
                    </a:extLst>
                  </p:cNvPr>
                  <p:cNvSpPr txBox="1"/>
                  <p:nvPr/>
                </p:nvSpPr>
                <p:spPr>
                  <a:xfrm>
                    <a:off x="2789802" y="4243261"/>
                    <a:ext cx="268890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局部变量环境：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a=1</a:t>
                    </a:r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，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b=2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7" name="文本框 106">
                    <a:extLst>
                      <a:ext uri="{FF2B5EF4-FFF2-40B4-BE49-F238E27FC236}">
                        <a16:creationId xmlns:a16="http://schemas.microsoft.com/office/drawing/2014/main" id="{C1316D4F-20C5-4297-9E7A-45FEB21B4FF3}"/>
                      </a:ext>
                    </a:extLst>
                  </p:cNvPr>
                  <p:cNvSpPr txBox="1"/>
                  <p:nvPr/>
                </p:nvSpPr>
                <p:spPr>
                  <a:xfrm>
                    <a:off x="2776967" y="4629350"/>
                    <a:ext cx="2807521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操作数栈：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[…, 3]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38575B86-627F-436B-8213-031FA11CC38B}"/>
                </a:ext>
              </a:extLst>
            </p:cNvPr>
            <p:cNvSpPr txBox="1"/>
            <p:nvPr/>
          </p:nvSpPr>
          <p:spPr>
            <a:xfrm>
              <a:off x="9389245" y="6446861"/>
              <a:ext cx="1704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③ </a:t>
              </a: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callee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返回后</a:t>
              </a: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1F308451-8873-431F-B7FD-AC4F48E904D3}"/>
                </a:ext>
              </a:extLst>
            </p:cNvPr>
            <p:cNvSpPr txBox="1"/>
            <p:nvPr/>
          </p:nvSpPr>
          <p:spPr>
            <a:xfrm>
              <a:off x="9344011" y="456843"/>
              <a:ext cx="2220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PVM </a:t>
              </a:r>
              <a:r>
                <a: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调用堆栈 栈顶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D9CAA056-0C40-4654-BF4B-1707EC9FDFB0}"/>
              </a:ext>
            </a:extLst>
          </p:cNvPr>
          <p:cNvSpPr txBox="1"/>
          <p:nvPr/>
        </p:nvSpPr>
        <p:spPr>
          <a:xfrm>
            <a:off x="131267" y="546259"/>
            <a:ext cx="156324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callee(x, y):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return x + y</a:t>
            </a:r>
          </a:p>
          <a:p>
            <a:b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caller():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a = 1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b = 2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c = callee(a, b) </a:t>
            </a:r>
          </a:p>
          <a:p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箭头: 上 16">
            <a:extLst>
              <a:ext uri="{FF2B5EF4-FFF2-40B4-BE49-F238E27FC236}">
                <a16:creationId xmlns:a16="http://schemas.microsoft.com/office/drawing/2014/main" id="{F7C59FF0-E7B3-4636-B897-83A2AF7B9BBE}"/>
              </a:ext>
            </a:extLst>
          </p:cNvPr>
          <p:cNvSpPr/>
          <p:nvPr/>
        </p:nvSpPr>
        <p:spPr>
          <a:xfrm>
            <a:off x="9925637" y="3172420"/>
            <a:ext cx="1649812" cy="856441"/>
          </a:xfrm>
          <a:prstGeom prst="up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callee()</a:t>
            </a: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栈帧</a:t>
            </a:r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4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出栈</a:t>
            </a:r>
          </a:p>
        </p:txBody>
      </p:sp>
    </p:spTree>
    <p:extLst>
      <p:ext uri="{BB962C8B-B14F-4D97-AF65-F5344CB8AC3E}">
        <p14:creationId xmlns:p14="http://schemas.microsoft.com/office/powerpoint/2010/main" val="3051873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37A5843-FDFA-4C38-A9DC-81BE10F32887}"/>
              </a:ext>
            </a:extLst>
          </p:cNvPr>
          <p:cNvSpPr txBox="1"/>
          <p:nvPr/>
        </p:nvSpPr>
        <p:spPr>
          <a:xfrm>
            <a:off x="584132" y="686895"/>
            <a:ext cx="1027945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 = 1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 = 2</a:t>
            </a:r>
          </a:p>
          <a:p>
            <a:b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foo():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a = 3</a:t>
            </a: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   b = 4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foo()</a:t>
            </a:r>
          </a:p>
          <a:p>
            <a:endParaRPr lang="zh-CN" altLang="en-US" dirty="0"/>
          </a:p>
        </p:txBody>
      </p: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66AA8B4D-3564-4533-9D1B-52113B3D047B}"/>
              </a:ext>
            </a:extLst>
          </p:cNvPr>
          <p:cNvGrpSpPr/>
          <p:nvPr/>
        </p:nvGrpSpPr>
        <p:grpSpPr>
          <a:xfrm>
            <a:off x="3308305" y="544594"/>
            <a:ext cx="2555287" cy="2623361"/>
            <a:chOff x="3041643" y="523620"/>
            <a:chExt cx="2555287" cy="2623361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EC6F88E-398C-4D40-AA82-B8A4ADA31806}"/>
                </a:ext>
              </a:extLst>
            </p:cNvPr>
            <p:cNvCxnSpPr/>
            <p:nvPr/>
          </p:nvCxnSpPr>
          <p:spPr>
            <a:xfrm>
              <a:off x="3041643" y="1779610"/>
              <a:ext cx="255511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349E83A-598A-4B4D-9C9A-8FA47002741A}"/>
                </a:ext>
              </a:extLst>
            </p:cNvPr>
            <p:cNvGrpSpPr/>
            <p:nvPr/>
          </p:nvGrpSpPr>
          <p:grpSpPr>
            <a:xfrm>
              <a:off x="3041643" y="523620"/>
              <a:ext cx="2555287" cy="2623361"/>
              <a:chOff x="3041643" y="523620"/>
              <a:chExt cx="2555287" cy="2623361"/>
            </a:xfrm>
          </p:grpSpPr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1418F91-43D4-4F75-950F-FE2B73D75D5F}"/>
                  </a:ext>
                </a:extLst>
              </p:cNvPr>
              <p:cNvCxnSpPr/>
              <p:nvPr/>
            </p:nvCxnSpPr>
            <p:spPr>
              <a:xfrm>
                <a:off x="3041812" y="2663868"/>
                <a:ext cx="25551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A7C117F1-BC2B-466A-8A21-DAFB9FB31B85}"/>
                  </a:ext>
                </a:extLst>
              </p:cNvPr>
              <p:cNvGrpSpPr/>
              <p:nvPr/>
            </p:nvGrpSpPr>
            <p:grpSpPr>
              <a:xfrm>
                <a:off x="3041643" y="523620"/>
                <a:ext cx="2555118" cy="2623361"/>
                <a:chOff x="3041643" y="523620"/>
                <a:chExt cx="2555118" cy="2623361"/>
              </a:xfrm>
            </p:grpSpPr>
            <p:cxnSp>
              <p:nvCxnSpPr>
                <p:cNvPr id="15" name="直接连接符 14">
                  <a:extLst>
                    <a:ext uri="{FF2B5EF4-FFF2-40B4-BE49-F238E27FC236}">
                      <a16:creationId xmlns:a16="http://schemas.microsoft.com/office/drawing/2014/main" id="{D4F7D2DA-75F0-4634-BBCD-7D97E2848619}"/>
                    </a:ext>
                  </a:extLst>
                </p:cNvPr>
                <p:cNvCxnSpPr/>
                <p:nvPr/>
              </p:nvCxnSpPr>
              <p:spPr>
                <a:xfrm>
                  <a:off x="3041643" y="1375158"/>
                  <a:ext cx="255511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5" name="组合 44">
                  <a:extLst>
                    <a:ext uri="{FF2B5EF4-FFF2-40B4-BE49-F238E27FC236}">
                      <a16:creationId xmlns:a16="http://schemas.microsoft.com/office/drawing/2014/main" id="{33509DE3-9524-4995-9A07-7422CCE2C1D6}"/>
                    </a:ext>
                  </a:extLst>
                </p:cNvPr>
                <p:cNvGrpSpPr/>
                <p:nvPr/>
              </p:nvGrpSpPr>
              <p:grpSpPr>
                <a:xfrm>
                  <a:off x="3041643" y="523620"/>
                  <a:ext cx="2555118" cy="2623361"/>
                  <a:chOff x="3041643" y="523620"/>
                  <a:chExt cx="2555118" cy="2623361"/>
                </a:xfrm>
              </p:grpSpPr>
              <p:sp>
                <p:nvSpPr>
                  <p:cNvPr id="4" name="矩形 3">
                    <a:extLst>
                      <a:ext uri="{FF2B5EF4-FFF2-40B4-BE49-F238E27FC236}">
                        <a16:creationId xmlns:a16="http://schemas.microsoft.com/office/drawing/2014/main" id="{574E653C-B3D2-42AF-8A69-C203F087781E}"/>
                      </a:ext>
                    </a:extLst>
                  </p:cNvPr>
                  <p:cNvSpPr/>
                  <p:nvPr/>
                </p:nvSpPr>
                <p:spPr>
                  <a:xfrm>
                    <a:off x="3041643" y="523620"/>
                    <a:ext cx="2555118" cy="2623361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" name="文本框 5">
                    <a:extLst>
                      <a:ext uri="{FF2B5EF4-FFF2-40B4-BE49-F238E27FC236}">
                        <a16:creationId xmlns:a16="http://schemas.microsoft.com/office/drawing/2014/main" id="{6A100911-380A-4B00-9622-4BB5C9607E2F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593470"/>
                    <a:ext cx="181972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Frame </a:t>
                    </a:r>
                    <a:r>
                      <a: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顶层代码</a:t>
                    </a:r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18E8AC7A-2578-4528-BC67-389B375AB96B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1032652"/>
                    <a:ext cx="220184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程序计数器     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…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" name="文本框 7">
                    <a:extLst>
                      <a:ext uri="{FF2B5EF4-FFF2-40B4-BE49-F238E27FC236}">
                        <a16:creationId xmlns:a16="http://schemas.microsoft.com/office/drawing/2014/main" id="{3617EC0A-6AB3-4EDF-B34A-524219D89980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4" y="1441056"/>
                    <a:ext cx="2315975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操作数栈         </a:t>
                    </a:r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[…]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" name="文本框 8">
                    <a:extLst>
                      <a:ext uri="{FF2B5EF4-FFF2-40B4-BE49-F238E27FC236}">
                        <a16:creationId xmlns:a16="http://schemas.microsoft.com/office/drawing/2014/main" id="{FBC671FE-C509-4A20-9EAE-F79DCB53A9BC}"/>
                      </a:ext>
                    </a:extLst>
                  </p:cNvPr>
                  <p:cNvSpPr txBox="1"/>
                  <p:nvPr/>
                </p:nvSpPr>
                <p:spPr>
                  <a:xfrm>
                    <a:off x="3094905" y="2724808"/>
                    <a:ext cx="72212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locals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" name="文本框 9">
                    <a:extLst>
                      <a:ext uri="{FF2B5EF4-FFF2-40B4-BE49-F238E27FC236}">
                        <a16:creationId xmlns:a16="http://schemas.microsoft.com/office/drawing/2014/main" id="{D0516658-7717-4EB4-B5E2-C20AAD257168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2" y="2256664"/>
                    <a:ext cx="2315975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localsplus         NULL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C557FC36-C131-4045-9717-1C46C31D9BE8}"/>
                      </a:ext>
                    </a:extLst>
                  </p:cNvPr>
                  <p:cNvSpPr txBox="1"/>
                  <p:nvPr/>
                </p:nvSpPr>
                <p:spPr>
                  <a:xfrm>
                    <a:off x="3094905" y="1791181"/>
                    <a:ext cx="842779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globals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4" name="直接连接符 13">
                    <a:extLst>
                      <a:ext uri="{FF2B5EF4-FFF2-40B4-BE49-F238E27FC236}">
                        <a16:creationId xmlns:a16="http://schemas.microsoft.com/office/drawing/2014/main" id="{1C3FE492-1534-4C73-8E90-0FB8D6234600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962802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连接符 16">
                    <a:extLst>
                      <a:ext uri="{FF2B5EF4-FFF2-40B4-BE49-F238E27FC236}">
                        <a16:creationId xmlns:a16="http://schemas.microsoft.com/office/drawing/2014/main" id="{2022F10E-5C8A-45B8-8953-2F9543ACB603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2202324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97706DCF-87E4-4DCD-94E5-A787A65337AC}"/>
                      </a:ext>
                    </a:extLst>
                  </p:cNvPr>
                  <p:cNvCxnSpPr>
                    <a:cxnSpLocks/>
                    <a:endCxn id="4" idx="2"/>
                  </p:cNvCxnSpPr>
                  <p:nvPr/>
                </p:nvCxnSpPr>
                <p:spPr>
                  <a:xfrm>
                    <a:off x="4319202" y="962802"/>
                    <a:ext cx="0" cy="2184179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94" name="组合 93">
            <a:extLst>
              <a:ext uri="{FF2B5EF4-FFF2-40B4-BE49-F238E27FC236}">
                <a16:creationId xmlns:a16="http://schemas.microsoft.com/office/drawing/2014/main" id="{D117C914-E509-48DE-AAA0-C6A5CE55D5BA}"/>
              </a:ext>
            </a:extLst>
          </p:cNvPr>
          <p:cNvGrpSpPr/>
          <p:nvPr/>
        </p:nvGrpSpPr>
        <p:grpSpPr>
          <a:xfrm>
            <a:off x="3350927" y="3812054"/>
            <a:ext cx="2555287" cy="2623361"/>
            <a:chOff x="3041643" y="3429000"/>
            <a:chExt cx="2555287" cy="2623361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9FDA35A6-6E37-4CF1-A043-85051C3D965B}"/>
                </a:ext>
              </a:extLst>
            </p:cNvPr>
            <p:cNvGrpSpPr/>
            <p:nvPr/>
          </p:nvGrpSpPr>
          <p:grpSpPr>
            <a:xfrm>
              <a:off x="3041643" y="3429000"/>
              <a:ext cx="2555287" cy="2623361"/>
              <a:chOff x="3041643" y="523620"/>
              <a:chExt cx="2555287" cy="2623361"/>
            </a:xfrm>
          </p:grpSpPr>
          <p:cxnSp>
            <p:nvCxnSpPr>
              <p:cNvPr id="74" name="直接连接符 73">
                <a:extLst>
                  <a:ext uri="{FF2B5EF4-FFF2-40B4-BE49-F238E27FC236}">
                    <a16:creationId xmlns:a16="http://schemas.microsoft.com/office/drawing/2014/main" id="{FE62186F-840B-4D9B-98B5-02E912D26CCF}"/>
                  </a:ext>
                </a:extLst>
              </p:cNvPr>
              <p:cNvCxnSpPr/>
              <p:nvPr/>
            </p:nvCxnSpPr>
            <p:spPr>
              <a:xfrm>
                <a:off x="3041643" y="1779610"/>
                <a:ext cx="25551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5" name="组合 74">
                <a:extLst>
                  <a:ext uri="{FF2B5EF4-FFF2-40B4-BE49-F238E27FC236}">
                    <a16:creationId xmlns:a16="http://schemas.microsoft.com/office/drawing/2014/main" id="{507A96CD-035D-443F-978B-24E7A465D1BD}"/>
                  </a:ext>
                </a:extLst>
              </p:cNvPr>
              <p:cNvGrpSpPr/>
              <p:nvPr/>
            </p:nvGrpSpPr>
            <p:grpSpPr>
              <a:xfrm>
                <a:off x="3041643" y="523620"/>
                <a:ext cx="2555287" cy="2623361"/>
                <a:chOff x="3041643" y="523620"/>
                <a:chExt cx="2555287" cy="2623361"/>
              </a:xfrm>
            </p:grpSpPr>
            <p:cxnSp>
              <p:nvCxnSpPr>
                <p:cNvPr id="76" name="直接连接符 75">
                  <a:extLst>
                    <a:ext uri="{FF2B5EF4-FFF2-40B4-BE49-F238E27FC236}">
                      <a16:creationId xmlns:a16="http://schemas.microsoft.com/office/drawing/2014/main" id="{477D4BD2-5CAD-4A7E-883A-35C1C2342A55}"/>
                    </a:ext>
                  </a:extLst>
                </p:cNvPr>
                <p:cNvCxnSpPr/>
                <p:nvPr/>
              </p:nvCxnSpPr>
              <p:spPr>
                <a:xfrm>
                  <a:off x="3041812" y="2663868"/>
                  <a:ext cx="255511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77" name="组合 76">
                  <a:extLst>
                    <a:ext uri="{FF2B5EF4-FFF2-40B4-BE49-F238E27FC236}">
                      <a16:creationId xmlns:a16="http://schemas.microsoft.com/office/drawing/2014/main" id="{75799A20-2FDB-4809-8C6E-57FF5E7F2183}"/>
                    </a:ext>
                  </a:extLst>
                </p:cNvPr>
                <p:cNvGrpSpPr/>
                <p:nvPr/>
              </p:nvGrpSpPr>
              <p:grpSpPr>
                <a:xfrm>
                  <a:off x="3041643" y="523620"/>
                  <a:ext cx="2555118" cy="2623361"/>
                  <a:chOff x="3041643" y="523620"/>
                  <a:chExt cx="2555118" cy="2623361"/>
                </a:xfrm>
              </p:grpSpPr>
              <p:cxnSp>
                <p:nvCxnSpPr>
                  <p:cNvPr id="78" name="直接连接符 77">
                    <a:extLst>
                      <a:ext uri="{FF2B5EF4-FFF2-40B4-BE49-F238E27FC236}">
                        <a16:creationId xmlns:a16="http://schemas.microsoft.com/office/drawing/2014/main" id="{84281ADE-7B2F-43F5-A758-D8236331E8E6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137515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79" name="组合 78">
                    <a:extLst>
                      <a:ext uri="{FF2B5EF4-FFF2-40B4-BE49-F238E27FC236}">
                        <a16:creationId xmlns:a16="http://schemas.microsoft.com/office/drawing/2014/main" id="{0EEDB387-8BD4-4B05-87E5-8D42F9C0601B}"/>
                      </a:ext>
                    </a:extLst>
                  </p:cNvPr>
                  <p:cNvGrpSpPr/>
                  <p:nvPr/>
                </p:nvGrpSpPr>
                <p:grpSpPr>
                  <a:xfrm>
                    <a:off x="3041643" y="523620"/>
                    <a:ext cx="2555118" cy="2623361"/>
                    <a:chOff x="3041643" y="523620"/>
                    <a:chExt cx="2555118" cy="2623361"/>
                  </a:xfrm>
                </p:grpSpPr>
                <p:sp>
                  <p:nvSpPr>
                    <p:cNvPr id="80" name="矩形 79">
                      <a:extLst>
                        <a:ext uri="{FF2B5EF4-FFF2-40B4-BE49-F238E27FC236}">
                          <a16:creationId xmlns:a16="http://schemas.microsoft.com/office/drawing/2014/main" id="{A86746FA-14BE-402B-9EEF-C7546BFAC8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1643" y="523620"/>
                      <a:ext cx="2555118" cy="2623361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6D992FB4-AA99-4E31-AFFE-7BCB291205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593470"/>
                      <a:ext cx="135806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foo()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2" name="文本框 81">
                      <a:extLst>
                        <a:ext uri="{FF2B5EF4-FFF2-40B4-BE49-F238E27FC236}">
                          <a16:creationId xmlns:a16="http://schemas.microsoft.com/office/drawing/2014/main" id="{2AFE1CD8-28D7-4055-90E9-60603D6912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032652"/>
                      <a:ext cx="220184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程序计数器    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3" name="文本框 82">
                      <a:extLst>
                        <a:ext uri="{FF2B5EF4-FFF2-40B4-BE49-F238E27FC236}">
                          <a16:creationId xmlns:a16="http://schemas.microsoft.com/office/drawing/2014/main" id="{3A0614CA-4821-4BBF-9A35-E6D6E41F63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4" y="1441056"/>
                      <a:ext cx="2315975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zh-CN" altLang="en-US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操作数栈         </a:t>
                      </a:r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[…]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4" name="文本框 83">
                      <a:extLst>
                        <a:ext uri="{FF2B5EF4-FFF2-40B4-BE49-F238E27FC236}">
                          <a16:creationId xmlns:a16="http://schemas.microsoft.com/office/drawing/2014/main" id="{C76D9692-DAA5-4A82-881F-91DCF61B64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4905" y="2724808"/>
                      <a:ext cx="722126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locals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5" name="文本框 84">
                      <a:extLst>
                        <a:ext uri="{FF2B5EF4-FFF2-40B4-BE49-F238E27FC236}">
                          <a16:creationId xmlns:a16="http://schemas.microsoft.com/office/drawing/2014/main" id="{D04F7F74-279E-44D9-9411-1B3DD1B118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3" y="2256664"/>
                      <a:ext cx="1014228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localsplus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6" name="文本框 85">
                      <a:extLst>
                        <a:ext uri="{FF2B5EF4-FFF2-40B4-BE49-F238E27FC236}">
                          <a16:creationId xmlns:a16="http://schemas.microsoft.com/office/drawing/2014/main" id="{02E58734-6244-4DF8-A121-0E0588D1C4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94905" y="1791181"/>
                      <a:ext cx="842779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globals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87" name="直接连接符 86">
                      <a:extLst>
                        <a:ext uri="{FF2B5EF4-FFF2-40B4-BE49-F238E27FC236}">
                          <a16:creationId xmlns:a16="http://schemas.microsoft.com/office/drawing/2014/main" id="{9F742614-66A2-450A-B775-9711C944E72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962802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8" name="直接连接符 87">
                      <a:extLst>
                        <a:ext uri="{FF2B5EF4-FFF2-40B4-BE49-F238E27FC236}">
                          <a16:creationId xmlns:a16="http://schemas.microsoft.com/office/drawing/2014/main" id="{DDD3ABED-21BE-4C05-8758-45ED6FDA383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2202324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9" name="直接连接符 88">
                      <a:extLst>
                        <a:ext uri="{FF2B5EF4-FFF2-40B4-BE49-F238E27FC236}">
                          <a16:creationId xmlns:a16="http://schemas.microsoft.com/office/drawing/2014/main" id="{2CF581DA-5553-4302-AF04-BAF77E712532}"/>
                        </a:ext>
                      </a:extLst>
                    </p:cNvPr>
                    <p:cNvCxnSpPr>
                      <a:cxnSpLocks/>
                      <a:endCxn id="80" idx="2"/>
                    </p:cNvCxnSpPr>
                    <p:nvPr/>
                  </p:nvCxnSpPr>
                  <p:spPr>
                    <a:xfrm>
                      <a:off x="4319202" y="962802"/>
                      <a:ext cx="0" cy="2184179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A3D4CC9C-9C14-4F4A-A6E1-6C291D114D54}"/>
                </a:ext>
              </a:extLst>
            </p:cNvPr>
            <p:cNvSpPr txBox="1"/>
            <p:nvPr/>
          </p:nvSpPr>
          <p:spPr>
            <a:xfrm>
              <a:off x="4396729" y="5642127"/>
              <a:ext cx="7442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NULL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54A7A42-8624-40E1-A9CE-6B4B5F3ADD75}"/>
              </a:ext>
            </a:extLst>
          </p:cNvPr>
          <p:cNvGrpSpPr/>
          <p:nvPr/>
        </p:nvGrpSpPr>
        <p:grpSpPr>
          <a:xfrm>
            <a:off x="304278" y="2985954"/>
            <a:ext cx="2555118" cy="1316426"/>
            <a:chOff x="3041643" y="523621"/>
            <a:chExt cx="2555118" cy="1316426"/>
          </a:xfrm>
        </p:grpSpPr>
        <p:cxnSp>
          <p:nvCxnSpPr>
            <p:cNvPr id="104" name="直接连接符 103">
              <a:extLst>
                <a:ext uri="{FF2B5EF4-FFF2-40B4-BE49-F238E27FC236}">
                  <a16:creationId xmlns:a16="http://schemas.microsoft.com/office/drawing/2014/main" id="{1C5956F5-113A-4519-8215-50F1CA46B27B}"/>
                </a:ext>
              </a:extLst>
            </p:cNvPr>
            <p:cNvCxnSpPr/>
            <p:nvPr/>
          </p:nvCxnSpPr>
          <p:spPr>
            <a:xfrm>
              <a:off x="3041643" y="1375158"/>
              <a:ext cx="255511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44A724A3-09ED-41CD-B416-14744A1AA84C}"/>
                </a:ext>
              </a:extLst>
            </p:cNvPr>
            <p:cNvGrpSpPr/>
            <p:nvPr/>
          </p:nvGrpSpPr>
          <p:grpSpPr>
            <a:xfrm>
              <a:off x="3041643" y="523621"/>
              <a:ext cx="2555118" cy="1316426"/>
              <a:chOff x="3041643" y="523621"/>
              <a:chExt cx="2555118" cy="1316426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B87F6832-7D4E-433C-97C1-A1293EC47D8E}"/>
                  </a:ext>
                </a:extLst>
              </p:cNvPr>
              <p:cNvSpPr/>
              <p:nvPr/>
            </p:nvSpPr>
            <p:spPr>
              <a:xfrm>
                <a:off x="3041643" y="523621"/>
                <a:ext cx="2555118" cy="131642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5DE78379-EE2C-4A73-9C0B-6E8027F0BB20}"/>
                  </a:ext>
                </a:extLst>
              </p:cNvPr>
              <p:cNvSpPr txBox="1"/>
              <p:nvPr/>
            </p:nvSpPr>
            <p:spPr>
              <a:xfrm>
                <a:off x="3100575" y="593470"/>
                <a:ext cx="23134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Object </a:t>
                </a:r>
                <a:r>
                  <a:rPr lang="en-US" altLang="zh-CN" b="1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foo()</a:t>
                </a:r>
                <a:endPara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D37A7692-7503-430B-94E0-FBD0E6D45E0B}"/>
                  </a:ext>
                </a:extLst>
              </p:cNvPr>
              <p:cNvSpPr txBox="1"/>
              <p:nvPr/>
            </p:nvSpPr>
            <p:spPr>
              <a:xfrm>
                <a:off x="3100575" y="1007006"/>
                <a:ext cx="8779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globals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12B0976-054A-49B9-86D8-69DF69C4945D}"/>
                  </a:ext>
                </a:extLst>
              </p:cNvPr>
              <p:cNvSpPr txBox="1"/>
              <p:nvPr/>
            </p:nvSpPr>
            <p:spPr>
              <a:xfrm>
                <a:off x="3100574" y="1441056"/>
                <a:ext cx="231597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                     …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7D17C6FC-0702-450F-9DBA-F766DE8915A3}"/>
                  </a:ext>
                </a:extLst>
              </p:cNvPr>
              <p:cNvCxnSpPr/>
              <p:nvPr/>
            </p:nvCxnSpPr>
            <p:spPr>
              <a:xfrm>
                <a:off x="3041643" y="962802"/>
                <a:ext cx="2555118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>
                <a:extLst>
                  <a:ext uri="{FF2B5EF4-FFF2-40B4-BE49-F238E27FC236}">
                    <a16:creationId xmlns:a16="http://schemas.microsoft.com/office/drawing/2014/main" id="{07D7A068-852E-42F6-A9ED-F5745A28FD98}"/>
                  </a:ext>
                </a:extLst>
              </p:cNvPr>
              <p:cNvCxnSpPr>
                <a:cxnSpLocks/>
                <a:endCxn id="106" idx="2"/>
              </p:cNvCxnSpPr>
              <p:nvPr/>
            </p:nvCxnSpPr>
            <p:spPr>
              <a:xfrm>
                <a:off x="4319202" y="962802"/>
                <a:ext cx="0" cy="87724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7FAE04FB-B841-419E-96EA-FD8BEB01CF05}"/>
              </a:ext>
            </a:extLst>
          </p:cNvPr>
          <p:cNvGrpSpPr/>
          <p:nvPr/>
        </p:nvGrpSpPr>
        <p:grpSpPr>
          <a:xfrm>
            <a:off x="6626064" y="5502683"/>
            <a:ext cx="1947612" cy="793545"/>
            <a:chOff x="6815388" y="1384056"/>
            <a:chExt cx="1947612" cy="793545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F15FAD4F-67A3-47DF-B48A-1EF01350AB57}"/>
                </a:ext>
              </a:extLst>
            </p:cNvPr>
            <p:cNvGrpSpPr/>
            <p:nvPr/>
          </p:nvGrpSpPr>
          <p:grpSpPr>
            <a:xfrm>
              <a:off x="6815388" y="1384056"/>
              <a:ext cx="1947612" cy="793544"/>
              <a:chOff x="3041643" y="3511454"/>
              <a:chExt cx="2555118" cy="793544"/>
            </a:xfrm>
          </p:grpSpPr>
          <p:grpSp>
            <p:nvGrpSpPr>
              <p:cNvPr id="131" name="组合 130">
                <a:extLst>
                  <a:ext uri="{FF2B5EF4-FFF2-40B4-BE49-F238E27FC236}">
                    <a16:creationId xmlns:a16="http://schemas.microsoft.com/office/drawing/2014/main" id="{0D49385F-4209-40BD-8B03-5DF6311C9012}"/>
                  </a:ext>
                </a:extLst>
              </p:cNvPr>
              <p:cNvGrpSpPr/>
              <p:nvPr/>
            </p:nvGrpSpPr>
            <p:grpSpPr>
              <a:xfrm>
                <a:off x="3041643" y="3511454"/>
                <a:ext cx="2555118" cy="793544"/>
                <a:chOff x="3041643" y="3511454"/>
                <a:chExt cx="2555118" cy="793544"/>
              </a:xfrm>
            </p:grpSpPr>
            <p:sp>
              <p:nvSpPr>
                <p:cNvPr id="133" name="矩形 132">
                  <a:extLst>
                    <a:ext uri="{FF2B5EF4-FFF2-40B4-BE49-F238E27FC236}">
                      <a16:creationId xmlns:a16="http://schemas.microsoft.com/office/drawing/2014/main" id="{DDAA04C7-9764-4804-B64F-650C3172ABC8}"/>
                    </a:ext>
                  </a:extLst>
                </p:cNvPr>
                <p:cNvSpPr/>
                <p:nvPr/>
              </p:nvSpPr>
              <p:spPr>
                <a:xfrm>
                  <a:off x="3041643" y="3511454"/>
                  <a:ext cx="2555118" cy="793544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4" name="直接连接符 133">
                  <a:extLst>
                    <a:ext uri="{FF2B5EF4-FFF2-40B4-BE49-F238E27FC236}">
                      <a16:creationId xmlns:a16="http://schemas.microsoft.com/office/drawing/2014/main" id="{7D754FEC-74AF-440E-9F03-10A7CFCA85E0}"/>
                    </a:ext>
                  </a:extLst>
                </p:cNvPr>
                <p:cNvCxnSpPr/>
                <p:nvPr/>
              </p:nvCxnSpPr>
              <p:spPr>
                <a:xfrm>
                  <a:off x="3041643" y="3914818"/>
                  <a:ext cx="255511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D5597B6F-282E-4C9E-9D36-A93A905B2FCF}"/>
                    </a:ext>
                  </a:extLst>
                </p:cNvPr>
                <p:cNvSpPr txBox="1"/>
                <p:nvPr/>
              </p:nvSpPr>
              <p:spPr>
                <a:xfrm>
                  <a:off x="3100575" y="3514595"/>
                  <a:ext cx="18427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槽位数组</a:t>
                  </a:r>
                  <a:endPara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75726A22-1540-406F-B9F9-BADE197277BF}"/>
                  </a:ext>
                </a:extLst>
              </p:cNvPr>
              <p:cNvCxnSpPr>
                <a:cxnSpLocks/>
                <a:endCxn id="133" idx="2"/>
              </p:cNvCxnSpPr>
              <p:nvPr/>
            </p:nvCxnSpPr>
            <p:spPr>
              <a:xfrm>
                <a:off x="4319202" y="3914818"/>
                <a:ext cx="0" cy="39018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C9AF48F8-325D-49D0-8357-4758BA8021C0}"/>
                </a:ext>
              </a:extLst>
            </p:cNvPr>
            <p:cNvSpPr txBox="1"/>
            <p:nvPr/>
          </p:nvSpPr>
          <p:spPr>
            <a:xfrm>
              <a:off x="7093105" y="1839047"/>
              <a:ext cx="3554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B6FCA575-03A6-4737-A373-96F8A0FA23CD}"/>
                </a:ext>
              </a:extLst>
            </p:cNvPr>
            <p:cNvSpPr txBox="1"/>
            <p:nvPr/>
          </p:nvSpPr>
          <p:spPr>
            <a:xfrm>
              <a:off x="8066911" y="1839047"/>
              <a:ext cx="3554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DEBECBF2-15B6-4B84-9A82-E61B1504CAD6}"/>
              </a:ext>
            </a:extLst>
          </p:cNvPr>
          <p:cNvCxnSpPr>
            <a:cxnSpLocks/>
          </p:cNvCxnSpPr>
          <p:nvPr/>
        </p:nvCxnSpPr>
        <p:spPr>
          <a:xfrm>
            <a:off x="5185336" y="5776453"/>
            <a:ext cx="144345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F01F6A8E-28CB-4A81-8FC7-8D5B64BF9312}"/>
              </a:ext>
            </a:extLst>
          </p:cNvPr>
          <p:cNvGrpSpPr/>
          <p:nvPr/>
        </p:nvGrpSpPr>
        <p:grpSpPr>
          <a:xfrm>
            <a:off x="6224068" y="931012"/>
            <a:ext cx="1961473" cy="1739143"/>
            <a:chOff x="7897078" y="337041"/>
            <a:chExt cx="1961473" cy="1739143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828DA49-003C-4FA2-A5BC-93759A6E853E}"/>
                </a:ext>
              </a:extLst>
            </p:cNvPr>
            <p:cNvGrpSpPr/>
            <p:nvPr/>
          </p:nvGrpSpPr>
          <p:grpSpPr>
            <a:xfrm>
              <a:off x="7897078" y="337041"/>
              <a:ext cx="1947612" cy="1739143"/>
              <a:chOff x="6815388" y="1384055"/>
              <a:chExt cx="1947612" cy="1739143"/>
            </a:xfrm>
          </p:grpSpPr>
          <p:grpSp>
            <p:nvGrpSpPr>
              <p:cNvPr id="29" name="组合 28">
                <a:extLst>
                  <a:ext uri="{FF2B5EF4-FFF2-40B4-BE49-F238E27FC236}">
                    <a16:creationId xmlns:a16="http://schemas.microsoft.com/office/drawing/2014/main" id="{C5D6578F-EEC9-4AEE-8100-2807F5C3ADCB}"/>
                  </a:ext>
                </a:extLst>
              </p:cNvPr>
              <p:cNvGrpSpPr/>
              <p:nvPr/>
            </p:nvGrpSpPr>
            <p:grpSpPr>
              <a:xfrm>
                <a:off x="6815388" y="1384055"/>
                <a:ext cx="1947612" cy="1739143"/>
                <a:chOff x="3041643" y="3511453"/>
                <a:chExt cx="2555118" cy="1739143"/>
              </a:xfrm>
            </p:grpSpPr>
            <p:grpSp>
              <p:nvGrpSpPr>
                <p:cNvPr id="25" name="组合 24">
                  <a:extLst>
                    <a:ext uri="{FF2B5EF4-FFF2-40B4-BE49-F238E27FC236}">
                      <a16:creationId xmlns:a16="http://schemas.microsoft.com/office/drawing/2014/main" id="{14C85539-D9C2-4A8A-975E-8522F019A0D1}"/>
                    </a:ext>
                  </a:extLst>
                </p:cNvPr>
                <p:cNvGrpSpPr/>
                <p:nvPr/>
              </p:nvGrpSpPr>
              <p:grpSpPr>
                <a:xfrm>
                  <a:off x="3041643" y="3511453"/>
                  <a:ext cx="2555118" cy="1739143"/>
                  <a:chOff x="3041643" y="3511453"/>
                  <a:chExt cx="2555118" cy="1739143"/>
                </a:xfrm>
              </p:grpSpPr>
              <p:sp>
                <p:nvSpPr>
                  <p:cNvPr id="12" name="矩形 11">
                    <a:extLst>
                      <a:ext uri="{FF2B5EF4-FFF2-40B4-BE49-F238E27FC236}">
                        <a16:creationId xmlns:a16="http://schemas.microsoft.com/office/drawing/2014/main" id="{E44B7E2A-18EC-4E59-B5C1-F854418C51CF}"/>
                      </a:ext>
                    </a:extLst>
                  </p:cNvPr>
                  <p:cNvSpPr/>
                  <p:nvPr/>
                </p:nvSpPr>
                <p:spPr>
                  <a:xfrm>
                    <a:off x="3041643" y="3511453"/>
                    <a:ext cx="2555118" cy="1739143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A30732F3-BCFE-4857-B343-4AB385DD0FC4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391481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" name="文本框 22">
                    <a:extLst>
                      <a:ext uri="{FF2B5EF4-FFF2-40B4-BE49-F238E27FC236}">
                        <a16:creationId xmlns:a16="http://schemas.microsoft.com/office/drawing/2014/main" id="{8EE5621F-EED5-4F85-BF0F-AF928738D58E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3514595"/>
                    <a:ext cx="161112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字典</a:t>
                    </a:r>
                    <a:endParaRPr lang="zh-CN" altLang="en-US" b="1" dirty="0">
                      <a:latin typeface="宋体" panose="02010600030101010101" pitchFamily="2" charset="-122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110C0035-146A-48DE-80B0-44052C5609A7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432790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6" name="直接连接符 25">
                  <a:extLst>
                    <a:ext uri="{FF2B5EF4-FFF2-40B4-BE49-F238E27FC236}">
                      <a16:creationId xmlns:a16="http://schemas.microsoft.com/office/drawing/2014/main" id="{3F59A69B-8752-4FC5-BAAC-D9BB4EA6DEA7}"/>
                    </a:ext>
                  </a:extLst>
                </p:cNvPr>
                <p:cNvCxnSpPr>
                  <a:cxnSpLocks/>
                  <a:endCxn id="12" idx="2"/>
                </p:cNvCxnSpPr>
                <p:nvPr/>
              </p:nvCxnSpPr>
              <p:spPr>
                <a:xfrm>
                  <a:off x="4319202" y="3914818"/>
                  <a:ext cx="0" cy="133577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CD6330F-03AC-429D-80A6-DD35B372C149}"/>
                  </a:ext>
                </a:extLst>
              </p:cNvPr>
              <p:cNvSpPr txBox="1"/>
              <p:nvPr/>
            </p:nvSpPr>
            <p:spPr>
              <a:xfrm>
                <a:off x="7093104" y="1839047"/>
                <a:ext cx="4953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“x”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EB23124-69AD-4C04-9462-0E39A1D4FE5B}"/>
                  </a:ext>
                </a:extLst>
              </p:cNvPr>
              <p:cNvSpPr txBox="1"/>
              <p:nvPr/>
            </p:nvSpPr>
            <p:spPr>
              <a:xfrm>
                <a:off x="6964933" y="2242130"/>
                <a:ext cx="54654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”</a:t>
                </a:r>
                <a:endPara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0C2AB5B3-F2EF-4DED-85E4-CE974A3BCD72}"/>
                  </a:ext>
                </a:extLst>
              </p:cNvPr>
              <p:cNvSpPr txBox="1"/>
              <p:nvPr/>
            </p:nvSpPr>
            <p:spPr>
              <a:xfrm>
                <a:off x="8066911" y="1839047"/>
                <a:ext cx="3554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2421F3D-C985-419B-AC9D-4D8A9DB443CF}"/>
                  </a:ext>
                </a:extLst>
              </p:cNvPr>
              <p:cNvSpPr txBox="1"/>
              <p:nvPr/>
            </p:nvSpPr>
            <p:spPr>
              <a:xfrm>
                <a:off x="8066911" y="2247274"/>
                <a:ext cx="3554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98A6AA05-0190-48A8-B156-0A36F4B15C01}"/>
                </a:ext>
              </a:extLst>
            </p:cNvPr>
            <p:cNvCxnSpPr/>
            <p:nvPr/>
          </p:nvCxnSpPr>
          <p:spPr>
            <a:xfrm>
              <a:off x="7910939" y="1585296"/>
              <a:ext cx="194761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420D5FE8-01D0-4FC1-98FA-93980479F62F}"/>
                </a:ext>
              </a:extLst>
            </p:cNvPr>
            <p:cNvSpPr txBox="1"/>
            <p:nvPr/>
          </p:nvSpPr>
          <p:spPr>
            <a:xfrm>
              <a:off x="7956316" y="1650107"/>
              <a:ext cx="690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foo</a:t>
              </a:r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endPara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83" name="文本框 182">
            <a:extLst>
              <a:ext uri="{FF2B5EF4-FFF2-40B4-BE49-F238E27FC236}">
                <a16:creationId xmlns:a16="http://schemas.microsoft.com/office/drawing/2014/main" id="{5565A5BB-1AA1-47E7-9B98-3817AADEDB6B}"/>
              </a:ext>
            </a:extLst>
          </p:cNvPr>
          <p:cNvSpPr txBox="1"/>
          <p:nvPr/>
        </p:nvSpPr>
        <p:spPr>
          <a:xfrm>
            <a:off x="3173686" y="3210978"/>
            <a:ext cx="2577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顶层代码中创建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foo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</a:t>
            </a: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95EB277B-346F-4B53-ABB8-DD9EE88E8876}"/>
              </a:ext>
            </a:extLst>
          </p:cNvPr>
          <p:cNvSpPr txBox="1"/>
          <p:nvPr/>
        </p:nvSpPr>
        <p:spPr>
          <a:xfrm>
            <a:off x="234869" y="4367252"/>
            <a:ext cx="2665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foo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对象创建时</a:t>
            </a:r>
            <a:endParaRPr lang="en-US" altLang="zh-CN" sz="16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绑定当前栈帧的全局环境</a:t>
            </a: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27B148D2-8277-409C-8A31-AAFE1CD2DC26}"/>
              </a:ext>
            </a:extLst>
          </p:cNvPr>
          <p:cNvSpPr txBox="1"/>
          <p:nvPr/>
        </p:nvSpPr>
        <p:spPr>
          <a:xfrm>
            <a:off x="1902333" y="6504065"/>
            <a:ext cx="6502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 调用</a:t>
            </a:r>
            <a:r>
              <a: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foo</a:t>
            </a:r>
            <a:r>
              <a:rPr lang="zh-CN" altLang="en-US" sz="16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，栈帧中采用该全局环境，并使用槽位数组保存局部变量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38EF29-19DF-45E9-9992-73E6E410E6E5}"/>
              </a:ext>
            </a:extLst>
          </p:cNvPr>
          <p:cNvGrpSpPr/>
          <p:nvPr/>
        </p:nvGrpSpPr>
        <p:grpSpPr>
          <a:xfrm>
            <a:off x="5106185" y="1932729"/>
            <a:ext cx="1103136" cy="136566"/>
            <a:chOff x="5106185" y="1932729"/>
            <a:chExt cx="1103136" cy="136566"/>
          </a:xfrm>
        </p:grpSpPr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F5A0C349-4ECB-46F2-9628-196DC585EB46}"/>
                </a:ext>
              </a:extLst>
            </p:cNvPr>
            <p:cNvCxnSpPr>
              <a:cxnSpLocks/>
            </p:cNvCxnSpPr>
            <p:nvPr/>
          </p:nvCxnSpPr>
          <p:spPr>
            <a:xfrm>
              <a:off x="5149755" y="2001680"/>
              <a:ext cx="1059566" cy="74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4E030E14-C77B-46F2-A9B2-D342D20EF03A}"/>
                </a:ext>
              </a:extLst>
            </p:cNvPr>
            <p:cNvSpPr/>
            <p:nvPr/>
          </p:nvSpPr>
          <p:spPr>
            <a:xfrm>
              <a:off x="5106185" y="1932729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C9E1A2B-CA97-4BB0-96DE-53340D99291D}"/>
              </a:ext>
            </a:extLst>
          </p:cNvPr>
          <p:cNvGrpSpPr/>
          <p:nvPr/>
        </p:nvGrpSpPr>
        <p:grpSpPr>
          <a:xfrm>
            <a:off x="5106217" y="2653132"/>
            <a:ext cx="1830916" cy="407590"/>
            <a:chOff x="5106217" y="2653132"/>
            <a:chExt cx="1830916" cy="407590"/>
          </a:xfrm>
        </p:grpSpPr>
        <p:cxnSp>
          <p:nvCxnSpPr>
            <p:cNvPr id="147" name="连接符: 肘形 146">
              <a:extLst>
                <a:ext uri="{FF2B5EF4-FFF2-40B4-BE49-F238E27FC236}">
                  <a16:creationId xmlns:a16="http://schemas.microsoft.com/office/drawing/2014/main" id="{94EA9A6C-FC8E-4D85-AAEE-A8B5ECB70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06301" y="2653132"/>
              <a:ext cx="1730832" cy="332822"/>
            </a:xfrm>
            <a:prstGeom prst="bentConnector3">
              <a:avLst>
                <a:gd name="adj1" fmla="val 100079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0678F5DA-9CA9-44CE-AC5E-179035A5A99D}"/>
                </a:ext>
              </a:extLst>
            </p:cNvPr>
            <p:cNvSpPr/>
            <p:nvPr/>
          </p:nvSpPr>
          <p:spPr>
            <a:xfrm>
              <a:off x="5106217" y="2924156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22754FBB-A294-4B1E-AA34-B48FE1D5315D}"/>
              </a:ext>
            </a:extLst>
          </p:cNvPr>
          <p:cNvGrpSpPr/>
          <p:nvPr/>
        </p:nvGrpSpPr>
        <p:grpSpPr>
          <a:xfrm>
            <a:off x="2152334" y="2670155"/>
            <a:ext cx="5045540" cy="1076701"/>
            <a:chOff x="2152334" y="2670155"/>
            <a:chExt cx="5045540" cy="1076701"/>
          </a:xfrm>
        </p:grpSpPr>
        <p:cxnSp>
          <p:nvCxnSpPr>
            <p:cNvPr id="117" name="连接符: 肘形 116">
              <a:extLst>
                <a:ext uri="{FF2B5EF4-FFF2-40B4-BE49-F238E27FC236}">
                  <a16:creationId xmlns:a16="http://schemas.microsoft.com/office/drawing/2014/main" id="{31748DCF-3B13-4366-9E26-56E8A75CBD6A}"/>
                </a:ext>
              </a:extLst>
            </p:cNvPr>
            <p:cNvCxnSpPr>
              <a:cxnSpLocks/>
              <a:endCxn id="12" idx="2"/>
            </p:cNvCxnSpPr>
            <p:nvPr/>
          </p:nvCxnSpPr>
          <p:spPr>
            <a:xfrm flipV="1">
              <a:off x="2240437" y="2670155"/>
              <a:ext cx="4957437" cy="1003128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9500991A-B2B5-4A3E-B71B-B7BBA461B621}"/>
                </a:ext>
              </a:extLst>
            </p:cNvPr>
            <p:cNvSpPr/>
            <p:nvPr/>
          </p:nvSpPr>
          <p:spPr>
            <a:xfrm>
              <a:off x="2152334" y="3610290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C10FCB00-E024-4873-97DA-307C8459DF6A}"/>
              </a:ext>
            </a:extLst>
          </p:cNvPr>
          <p:cNvGrpSpPr/>
          <p:nvPr/>
        </p:nvGrpSpPr>
        <p:grpSpPr>
          <a:xfrm>
            <a:off x="2268005" y="226016"/>
            <a:ext cx="6220796" cy="2757705"/>
            <a:chOff x="2268005" y="226016"/>
            <a:chExt cx="6220796" cy="2757705"/>
          </a:xfrm>
        </p:grpSpPr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54F86B02-B007-4E06-B70C-81CB96B862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268005" y="236588"/>
              <a:ext cx="6220795" cy="2747133"/>
            </a:xfrm>
            <a:prstGeom prst="bentConnector3">
              <a:avLst>
                <a:gd name="adj1" fmla="val 100018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7270E1C-5556-450F-AEEE-1CBB4F6E6F7E}"/>
                </a:ext>
              </a:extLst>
            </p:cNvPr>
            <p:cNvGrpSpPr/>
            <p:nvPr/>
          </p:nvGrpSpPr>
          <p:grpSpPr>
            <a:xfrm>
              <a:off x="7621208" y="226016"/>
              <a:ext cx="867593" cy="2224990"/>
              <a:chOff x="7621208" y="226016"/>
              <a:chExt cx="867593" cy="2224990"/>
            </a:xfrm>
          </p:grpSpPr>
          <p:cxnSp>
            <p:nvCxnSpPr>
              <p:cNvPr id="167" name="连接符: 肘形 166">
                <a:extLst>
                  <a:ext uri="{FF2B5EF4-FFF2-40B4-BE49-F238E27FC236}">
                    <a16:creationId xmlns:a16="http://schemas.microsoft.com/office/drawing/2014/main" id="{73880740-50AC-4990-960C-7F1C131B8D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7004112" y="911395"/>
                <a:ext cx="2170068" cy="799310"/>
              </a:xfrm>
              <a:prstGeom prst="bentConnector3">
                <a:avLst>
                  <a:gd name="adj1" fmla="val 606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3531DBD7-104A-438F-A77E-35BB8DD8F346}"/>
                  </a:ext>
                </a:extLst>
              </p:cNvPr>
              <p:cNvSpPr/>
              <p:nvPr/>
            </p:nvSpPr>
            <p:spPr>
              <a:xfrm>
                <a:off x="7621208" y="2314440"/>
                <a:ext cx="136566" cy="13656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9009D70-2A44-498D-8E2B-725E10E01003}"/>
              </a:ext>
            </a:extLst>
          </p:cNvPr>
          <p:cNvGrpSpPr/>
          <p:nvPr/>
        </p:nvGrpSpPr>
        <p:grpSpPr>
          <a:xfrm>
            <a:off x="5106185" y="2673760"/>
            <a:ext cx="2577368" cy="2652180"/>
            <a:chOff x="5106185" y="2673760"/>
            <a:chExt cx="2577368" cy="2652180"/>
          </a:xfrm>
        </p:grpSpPr>
        <p:cxnSp>
          <p:nvCxnSpPr>
            <p:cNvPr id="91" name="连接符: 肘形 90">
              <a:extLst>
                <a:ext uri="{FF2B5EF4-FFF2-40B4-BE49-F238E27FC236}">
                  <a16:creationId xmlns:a16="http://schemas.microsoft.com/office/drawing/2014/main" id="{191AC61F-CFCB-4C04-90CD-DEF16AAE597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158353" y="2729631"/>
              <a:ext cx="2581071" cy="2469329"/>
            </a:xfrm>
            <a:prstGeom prst="bentConnector3">
              <a:avLst>
                <a:gd name="adj1" fmla="val 58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6FBE5D43-7F33-476E-A1A6-3F16D7E3170E}"/>
                </a:ext>
              </a:extLst>
            </p:cNvPr>
            <p:cNvSpPr/>
            <p:nvPr/>
          </p:nvSpPr>
          <p:spPr>
            <a:xfrm>
              <a:off x="5106185" y="5189374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0" name="椭圆 109">
            <a:extLst>
              <a:ext uri="{FF2B5EF4-FFF2-40B4-BE49-F238E27FC236}">
                <a16:creationId xmlns:a16="http://schemas.microsoft.com/office/drawing/2014/main" id="{72FB9ABD-4C6C-419F-9636-318220D43732}"/>
              </a:ext>
            </a:extLst>
          </p:cNvPr>
          <p:cNvSpPr/>
          <p:nvPr/>
        </p:nvSpPr>
        <p:spPr>
          <a:xfrm>
            <a:off x="5123546" y="5714700"/>
            <a:ext cx="136566" cy="1365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943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文本框 113">
            <a:extLst>
              <a:ext uri="{FF2B5EF4-FFF2-40B4-BE49-F238E27FC236}">
                <a16:creationId xmlns:a16="http://schemas.microsoft.com/office/drawing/2014/main" id="{E9A72035-2D7D-4469-BDAC-57F95E6EA325}"/>
              </a:ext>
            </a:extLst>
          </p:cNvPr>
          <p:cNvSpPr txBox="1"/>
          <p:nvPr/>
        </p:nvSpPr>
        <p:spPr>
          <a:xfrm>
            <a:off x="470415" y="3643958"/>
            <a:ext cx="40248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执行期间，单元对象被当前栈帧和新建的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inner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对象同时持有。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00B9F294-3F63-4480-AECA-AE2C1675AB88}"/>
              </a:ext>
            </a:extLst>
          </p:cNvPr>
          <p:cNvSpPr txBox="1"/>
          <p:nvPr/>
        </p:nvSpPr>
        <p:spPr>
          <a:xfrm>
            <a:off x="5797634" y="3643958"/>
            <a:ext cx="44507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退出后，栈帧被销毁，但单元对象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仍然被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inner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对象持有，因此保持存活。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C3B75BA-66B0-439B-ABDF-4349453EADC7}"/>
              </a:ext>
            </a:extLst>
          </p:cNvPr>
          <p:cNvGrpSpPr/>
          <p:nvPr/>
        </p:nvGrpSpPr>
        <p:grpSpPr>
          <a:xfrm>
            <a:off x="319146" y="341395"/>
            <a:ext cx="4645568" cy="3112946"/>
            <a:chOff x="319146" y="341395"/>
            <a:chExt cx="4645568" cy="3112946"/>
          </a:xfrm>
        </p:grpSpPr>
        <p:grpSp>
          <p:nvGrpSpPr>
            <p:cNvPr id="90" name="组合 89">
              <a:extLst>
                <a:ext uri="{FF2B5EF4-FFF2-40B4-BE49-F238E27FC236}">
                  <a16:creationId xmlns:a16="http://schemas.microsoft.com/office/drawing/2014/main" id="{180C8327-5556-4827-BC51-448EB40B6FFE}"/>
                </a:ext>
              </a:extLst>
            </p:cNvPr>
            <p:cNvGrpSpPr/>
            <p:nvPr/>
          </p:nvGrpSpPr>
          <p:grpSpPr>
            <a:xfrm>
              <a:off x="3605794" y="1597384"/>
              <a:ext cx="1358920" cy="725432"/>
              <a:chOff x="6534909" y="436632"/>
              <a:chExt cx="1358920" cy="725432"/>
            </a:xfrm>
          </p:grpSpPr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FFA6BFC9-12DE-47EF-A55F-C827003FA7CB}"/>
                  </a:ext>
                </a:extLst>
              </p:cNvPr>
              <p:cNvSpPr/>
              <p:nvPr/>
            </p:nvSpPr>
            <p:spPr>
              <a:xfrm>
                <a:off x="6534909" y="436634"/>
                <a:ext cx="1358920" cy="7254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F0FE486C-28FF-4F44-A40B-4133A5036635}"/>
                  </a:ext>
                </a:extLst>
              </p:cNvPr>
              <p:cNvSpPr txBox="1"/>
              <p:nvPr/>
            </p:nvSpPr>
            <p:spPr>
              <a:xfrm>
                <a:off x="6560985" y="436632"/>
                <a:ext cx="1306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Object</a:t>
                </a:r>
                <a:endPara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0CEAF381-0094-4EE6-BCB2-D39081DBCCA8}"/>
                  </a:ext>
                </a:extLst>
              </p:cNvPr>
              <p:cNvSpPr txBox="1"/>
              <p:nvPr/>
            </p:nvSpPr>
            <p:spPr>
              <a:xfrm>
                <a:off x="6691629" y="753659"/>
                <a:ext cx="1045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value=10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881337DD-E1D6-479C-9DC2-D3CFF48F1098}"/>
                </a:ext>
              </a:extLst>
            </p:cNvPr>
            <p:cNvGrpSpPr/>
            <p:nvPr/>
          </p:nvGrpSpPr>
          <p:grpSpPr>
            <a:xfrm>
              <a:off x="319146" y="341395"/>
              <a:ext cx="2555118" cy="1335006"/>
              <a:chOff x="1720805" y="417595"/>
              <a:chExt cx="2555118" cy="1335006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2E4FB221-B9F8-4C31-904C-54AE54C28F0C}"/>
                  </a:ext>
                </a:extLst>
              </p:cNvPr>
              <p:cNvGrpSpPr/>
              <p:nvPr/>
            </p:nvGrpSpPr>
            <p:grpSpPr>
              <a:xfrm>
                <a:off x="1720805" y="417595"/>
                <a:ext cx="2555118" cy="1335006"/>
                <a:chOff x="2025605" y="931945"/>
                <a:chExt cx="2555118" cy="1335006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3DAE7417-5239-427B-A18E-277649525350}"/>
                    </a:ext>
                  </a:extLst>
                </p:cNvPr>
                <p:cNvGrpSpPr/>
                <p:nvPr/>
              </p:nvGrpSpPr>
              <p:grpSpPr>
                <a:xfrm>
                  <a:off x="2025605" y="931945"/>
                  <a:ext cx="2555118" cy="1335006"/>
                  <a:chOff x="3041643" y="523621"/>
                  <a:chExt cx="2555118" cy="1335006"/>
                </a:xfrm>
              </p:grpSpPr>
              <p:cxnSp>
                <p:nvCxnSpPr>
                  <p:cNvPr id="9" name="直接连接符 8">
                    <a:extLst>
                      <a:ext uri="{FF2B5EF4-FFF2-40B4-BE49-F238E27FC236}">
                        <a16:creationId xmlns:a16="http://schemas.microsoft.com/office/drawing/2014/main" id="{6D0E9870-E8F8-4FB7-A6A0-2F3403617611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137515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" name="组合 9">
                    <a:extLst>
                      <a:ext uri="{FF2B5EF4-FFF2-40B4-BE49-F238E27FC236}">
                        <a16:creationId xmlns:a16="http://schemas.microsoft.com/office/drawing/2014/main" id="{F87F037B-C92F-406F-B686-D7A520DA4A19}"/>
                      </a:ext>
                    </a:extLst>
                  </p:cNvPr>
                  <p:cNvGrpSpPr/>
                  <p:nvPr/>
                </p:nvGrpSpPr>
                <p:grpSpPr>
                  <a:xfrm>
                    <a:off x="3041643" y="523621"/>
                    <a:ext cx="2555118" cy="1335006"/>
                    <a:chOff x="3041643" y="523621"/>
                    <a:chExt cx="2555118" cy="1335006"/>
                  </a:xfrm>
                </p:grpSpPr>
                <p:sp>
                  <p:nvSpPr>
                    <p:cNvPr id="11" name="矩形 10">
                      <a:extLst>
                        <a:ext uri="{FF2B5EF4-FFF2-40B4-BE49-F238E27FC236}">
                          <a16:creationId xmlns:a16="http://schemas.microsoft.com/office/drawing/2014/main" id="{84FA0DD5-C788-46BC-924E-F9E58E7EB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1643" y="523621"/>
                      <a:ext cx="2555118" cy="133500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2" name="文本框 11">
                      <a:extLst>
                        <a:ext uri="{FF2B5EF4-FFF2-40B4-BE49-F238E27FC236}">
                          <a16:creationId xmlns:a16="http://schemas.microsoft.com/office/drawing/2014/main" id="{4C4BDEE7-0CC9-4D60-8860-E57E6A5F003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593470"/>
                      <a:ext cx="15760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outer()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" name="文本框 12">
                      <a:extLst>
                        <a:ext uri="{FF2B5EF4-FFF2-40B4-BE49-F238E27FC236}">
                          <a16:creationId xmlns:a16="http://schemas.microsoft.com/office/drawing/2014/main" id="{1D3A5D4B-F9B5-4F47-B146-57667EB36FB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032652"/>
                      <a:ext cx="100791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localsplus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4" name="文本框 13">
                      <a:extLst>
                        <a:ext uri="{FF2B5EF4-FFF2-40B4-BE49-F238E27FC236}">
                          <a16:creationId xmlns:a16="http://schemas.microsoft.com/office/drawing/2014/main" id="{BD29F049-DEA0-4D9C-8C88-8D16676E89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441056"/>
                      <a:ext cx="4046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18" name="直接连接符 17">
                      <a:extLst>
                        <a:ext uri="{FF2B5EF4-FFF2-40B4-BE49-F238E27FC236}">
                          <a16:creationId xmlns:a16="http://schemas.microsoft.com/office/drawing/2014/main" id="{809966E5-6114-4396-BF88-E263FC642CA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962802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直接连接符 19">
                      <a:extLst>
                        <a:ext uri="{FF2B5EF4-FFF2-40B4-BE49-F238E27FC236}">
                          <a16:creationId xmlns:a16="http://schemas.microsoft.com/office/drawing/2014/main" id="{D140E5D7-1E6D-488B-81C0-CB008E8D98C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8487" y="962802"/>
                      <a:ext cx="0" cy="895825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2C1690A6-110A-43BD-B9DE-7BB86991C277}"/>
                    </a:ext>
                  </a:extLst>
                </p:cNvPr>
                <p:cNvSpPr txBox="1"/>
                <p:nvPr/>
              </p:nvSpPr>
              <p:spPr>
                <a:xfrm>
                  <a:off x="3384085" y="1849380"/>
                  <a:ext cx="404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…</a:t>
                  </a:r>
                  <a:endPara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A5FAEA8F-A6D9-4028-BFAC-BF3D500F4682}"/>
                  </a:ext>
                </a:extLst>
              </p:cNvPr>
              <p:cNvSpPr txBox="1"/>
              <p:nvPr/>
            </p:nvSpPr>
            <p:spPr>
              <a:xfrm>
                <a:off x="2798064" y="917459"/>
                <a:ext cx="14602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槽位数组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     )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144A7A32-9963-48D7-9F29-C83419B70D1B}"/>
                </a:ext>
              </a:extLst>
            </p:cNvPr>
            <p:cNvGrpSpPr/>
            <p:nvPr/>
          </p:nvGrpSpPr>
          <p:grpSpPr>
            <a:xfrm>
              <a:off x="319146" y="2119335"/>
              <a:ext cx="2590394" cy="1335006"/>
              <a:chOff x="5729970" y="2678194"/>
              <a:chExt cx="2590394" cy="1335006"/>
            </a:xfrm>
          </p:grpSpPr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CCB9AFAD-27E2-4F49-AFC3-F121627AB55E}"/>
                  </a:ext>
                </a:extLst>
              </p:cNvPr>
              <p:cNvGrpSpPr/>
              <p:nvPr/>
            </p:nvGrpSpPr>
            <p:grpSpPr>
              <a:xfrm>
                <a:off x="5729970" y="2678194"/>
                <a:ext cx="2590394" cy="1335006"/>
                <a:chOff x="2025605" y="931945"/>
                <a:chExt cx="2590394" cy="1335006"/>
              </a:xfrm>
            </p:grpSpPr>
            <p:grpSp>
              <p:nvGrpSpPr>
                <p:cNvPr id="34" name="组合 33">
                  <a:extLst>
                    <a:ext uri="{FF2B5EF4-FFF2-40B4-BE49-F238E27FC236}">
                      <a16:creationId xmlns:a16="http://schemas.microsoft.com/office/drawing/2014/main" id="{3457CECA-DAFF-4D02-A5CD-10A9A3B66DBD}"/>
                    </a:ext>
                  </a:extLst>
                </p:cNvPr>
                <p:cNvGrpSpPr/>
                <p:nvPr/>
              </p:nvGrpSpPr>
              <p:grpSpPr>
                <a:xfrm>
                  <a:off x="2025605" y="931945"/>
                  <a:ext cx="2590394" cy="1335006"/>
                  <a:chOff x="3041643" y="523621"/>
                  <a:chExt cx="2590394" cy="1335006"/>
                </a:xfrm>
              </p:grpSpPr>
              <p:cxnSp>
                <p:nvCxnSpPr>
                  <p:cNvPr id="36" name="直接连接符 35">
                    <a:extLst>
                      <a:ext uri="{FF2B5EF4-FFF2-40B4-BE49-F238E27FC236}">
                        <a16:creationId xmlns:a16="http://schemas.microsoft.com/office/drawing/2014/main" id="{04B18D45-136B-4DFB-B963-971B119063A4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137515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37" name="组合 36">
                    <a:extLst>
                      <a:ext uri="{FF2B5EF4-FFF2-40B4-BE49-F238E27FC236}">
                        <a16:creationId xmlns:a16="http://schemas.microsoft.com/office/drawing/2014/main" id="{65997647-BEE7-4D77-A6AF-34DDD216743D}"/>
                      </a:ext>
                    </a:extLst>
                  </p:cNvPr>
                  <p:cNvGrpSpPr/>
                  <p:nvPr/>
                </p:nvGrpSpPr>
                <p:grpSpPr>
                  <a:xfrm>
                    <a:off x="3041643" y="523621"/>
                    <a:ext cx="2590394" cy="1335006"/>
                    <a:chOff x="3041643" y="523621"/>
                    <a:chExt cx="2590394" cy="1335006"/>
                  </a:xfrm>
                </p:grpSpPr>
                <p:sp>
                  <p:nvSpPr>
                    <p:cNvPr id="38" name="矩形 37">
                      <a:extLst>
                        <a:ext uri="{FF2B5EF4-FFF2-40B4-BE49-F238E27FC236}">
                          <a16:creationId xmlns:a16="http://schemas.microsoft.com/office/drawing/2014/main" id="{49787E65-B3CD-4E9A-97AA-0FE02C043D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1643" y="523621"/>
                      <a:ext cx="2555118" cy="133500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39" name="文本框 38">
                      <a:extLst>
                        <a:ext uri="{FF2B5EF4-FFF2-40B4-BE49-F238E27FC236}">
                          <a16:creationId xmlns:a16="http://schemas.microsoft.com/office/drawing/2014/main" id="{791303A7-A9AD-41F6-8B53-F9248487DE2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593470"/>
                      <a:ext cx="253146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Object inner()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0" name="文本框 39">
                      <a:extLst>
                        <a:ext uri="{FF2B5EF4-FFF2-40B4-BE49-F238E27FC236}">
                          <a16:creationId xmlns:a16="http://schemas.microsoft.com/office/drawing/2014/main" id="{2B813025-9BC4-4550-AB28-75C1D1C331D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032652"/>
                      <a:ext cx="86995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closures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41" name="文本框 40">
                      <a:extLst>
                        <a:ext uri="{FF2B5EF4-FFF2-40B4-BE49-F238E27FC236}">
                          <a16:creationId xmlns:a16="http://schemas.microsoft.com/office/drawing/2014/main" id="{3D205C62-5E1F-4ED4-8534-F6D0503C68B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441056"/>
                      <a:ext cx="4046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42" name="直接连接符 41">
                      <a:extLst>
                        <a:ext uri="{FF2B5EF4-FFF2-40B4-BE49-F238E27FC236}">
                          <a16:creationId xmlns:a16="http://schemas.microsoft.com/office/drawing/2014/main" id="{17C57E02-B30B-456B-B183-27FF5525664B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962802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接连接符 42">
                      <a:extLst>
                        <a:ext uri="{FF2B5EF4-FFF2-40B4-BE49-F238E27FC236}">
                          <a16:creationId xmlns:a16="http://schemas.microsoft.com/office/drawing/2014/main" id="{7540B650-BA9B-4DBB-AD26-E787A838B4F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22351" y="962802"/>
                      <a:ext cx="0" cy="895825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29DD6A5-341F-41FE-B65D-BEF75BD175EE}"/>
                    </a:ext>
                  </a:extLst>
                </p:cNvPr>
                <p:cNvSpPr txBox="1"/>
                <p:nvPr/>
              </p:nvSpPr>
              <p:spPr>
                <a:xfrm>
                  <a:off x="3384085" y="1849380"/>
                  <a:ext cx="404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…</a:t>
                  </a:r>
                  <a:endPara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8026012F-AEA4-41C1-BA44-8049312235FF}"/>
                  </a:ext>
                </a:extLst>
              </p:cNvPr>
              <p:cNvSpPr txBox="1"/>
              <p:nvPr/>
            </p:nvSpPr>
            <p:spPr>
              <a:xfrm>
                <a:off x="6824867" y="3178615"/>
                <a:ext cx="1392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Tuple(      )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11" name="连接符: 肘形 110">
              <a:extLst>
                <a:ext uri="{FF2B5EF4-FFF2-40B4-BE49-F238E27FC236}">
                  <a16:creationId xmlns:a16="http://schemas.microsoft.com/office/drawing/2014/main" id="{192E5FCE-E107-4C0B-96E1-2FEDB8F0F53B}"/>
                </a:ext>
              </a:extLst>
            </p:cNvPr>
            <p:cNvCxnSpPr>
              <a:cxnSpLocks/>
              <a:endCxn id="60" idx="0"/>
            </p:cNvCxnSpPr>
            <p:nvPr/>
          </p:nvCxnSpPr>
          <p:spPr>
            <a:xfrm>
              <a:off x="2482850" y="1016000"/>
              <a:ext cx="1802404" cy="581386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3BC8FC2-C05D-4DB6-8848-E517C5D5A8A2}"/>
                </a:ext>
              </a:extLst>
            </p:cNvPr>
            <p:cNvSpPr/>
            <p:nvPr/>
          </p:nvSpPr>
          <p:spPr>
            <a:xfrm>
              <a:off x="2420504" y="951420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3" name="连接符: 肘形 112">
              <a:extLst>
                <a:ext uri="{FF2B5EF4-FFF2-40B4-BE49-F238E27FC236}">
                  <a16:creationId xmlns:a16="http://schemas.microsoft.com/office/drawing/2014/main" id="{0AD260BF-1192-4B69-8A76-C1958737F4D2}"/>
                </a:ext>
              </a:extLst>
            </p:cNvPr>
            <p:cNvCxnSpPr>
              <a:endCxn id="60" idx="2"/>
            </p:cNvCxnSpPr>
            <p:nvPr/>
          </p:nvCxnSpPr>
          <p:spPr>
            <a:xfrm flipV="1">
              <a:off x="2171700" y="2322816"/>
              <a:ext cx="2113554" cy="474827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A3AED03E-41D1-4A1A-AEB8-33DD34B7774C}"/>
                </a:ext>
              </a:extLst>
            </p:cNvPr>
            <p:cNvSpPr/>
            <p:nvPr/>
          </p:nvSpPr>
          <p:spPr>
            <a:xfrm>
              <a:off x="2109355" y="2729702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8" name="组合 227">
            <a:extLst>
              <a:ext uri="{FF2B5EF4-FFF2-40B4-BE49-F238E27FC236}">
                <a16:creationId xmlns:a16="http://schemas.microsoft.com/office/drawing/2014/main" id="{59419326-9DE4-4AF1-92E9-48DDF851F278}"/>
              </a:ext>
            </a:extLst>
          </p:cNvPr>
          <p:cNvGrpSpPr/>
          <p:nvPr/>
        </p:nvGrpSpPr>
        <p:grpSpPr>
          <a:xfrm>
            <a:off x="5536371" y="341395"/>
            <a:ext cx="4645568" cy="3112946"/>
            <a:chOff x="319146" y="341395"/>
            <a:chExt cx="4645568" cy="3112946"/>
          </a:xfrm>
        </p:grpSpPr>
        <p:grpSp>
          <p:nvGrpSpPr>
            <p:cNvPr id="229" name="组合 228">
              <a:extLst>
                <a:ext uri="{FF2B5EF4-FFF2-40B4-BE49-F238E27FC236}">
                  <a16:creationId xmlns:a16="http://schemas.microsoft.com/office/drawing/2014/main" id="{0222EBB6-C2D6-4F1A-9FA1-7D0E9842B182}"/>
                </a:ext>
              </a:extLst>
            </p:cNvPr>
            <p:cNvGrpSpPr/>
            <p:nvPr/>
          </p:nvGrpSpPr>
          <p:grpSpPr>
            <a:xfrm>
              <a:off x="3605794" y="1597384"/>
              <a:ext cx="1358920" cy="725432"/>
              <a:chOff x="6534909" y="436632"/>
              <a:chExt cx="1358920" cy="725432"/>
            </a:xfrm>
          </p:grpSpPr>
          <p:sp>
            <p:nvSpPr>
              <p:cNvPr id="260" name="矩形 259">
                <a:extLst>
                  <a:ext uri="{FF2B5EF4-FFF2-40B4-BE49-F238E27FC236}">
                    <a16:creationId xmlns:a16="http://schemas.microsoft.com/office/drawing/2014/main" id="{55C33C65-1BFA-4FAB-A10C-B6726DAE1141}"/>
                  </a:ext>
                </a:extLst>
              </p:cNvPr>
              <p:cNvSpPr/>
              <p:nvPr/>
            </p:nvSpPr>
            <p:spPr>
              <a:xfrm>
                <a:off x="6534909" y="436634"/>
                <a:ext cx="1358920" cy="72543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AFA24797-514D-4EE2-8CFC-7A3885B6B15F}"/>
                  </a:ext>
                </a:extLst>
              </p:cNvPr>
              <p:cNvSpPr txBox="1"/>
              <p:nvPr/>
            </p:nvSpPr>
            <p:spPr>
              <a:xfrm>
                <a:off x="6560985" y="436632"/>
                <a:ext cx="13067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Object</a:t>
                </a:r>
                <a:endParaRPr lang="zh-CN" altLang="en-US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49C072DE-AA51-43BC-A24F-38385DF89135}"/>
                  </a:ext>
                </a:extLst>
              </p:cNvPr>
              <p:cNvSpPr txBox="1"/>
              <p:nvPr/>
            </p:nvSpPr>
            <p:spPr>
              <a:xfrm>
                <a:off x="6691629" y="753659"/>
                <a:ext cx="1045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value=10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0" name="组合 229">
              <a:extLst>
                <a:ext uri="{FF2B5EF4-FFF2-40B4-BE49-F238E27FC236}">
                  <a16:creationId xmlns:a16="http://schemas.microsoft.com/office/drawing/2014/main" id="{D731CB6F-F70E-48F0-818B-9E5EF7224A62}"/>
                </a:ext>
              </a:extLst>
            </p:cNvPr>
            <p:cNvGrpSpPr/>
            <p:nvPr/>
          </p:nvGrpSpPr>
          <p:grpSpPr>
            <a:xfrm>
              <a:off x="319146" y="341395"/>
              <a:ext cx="2555118" cy="1335006"/>
              <a:chOff x="1720805" y="417595"/>
              <a:chExt cx="2555118" cy="1335006"/>
            </a:xfrm>
          </p:grpSpPr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B745BBF6-A4A6-4FDB-A5CB-766E35BA7488}"/>
                  </a:ext>
                </a:extLst>
              </p:cNvPr>
              <p:cNvGrpSpPr/>
              <p:nvPr/>
            </p:nvGrpSpPr>
            <p:grpSpPr>
              <a:xfrm>
                <a:off x="1720805" y="417595"/>
                <a:ext cx="2555118" cy="1335006"/>
                <a:chOff x="2025605" y="931945"/>
                <a:chExt cx="2555118" cy="1335006"/>
              </a:xfrm>
            </p:grpSpPr>
            <p:grpSp>
              <p:nvGrpSpPr>
                <p:cNvPr id="250" name="组合 249">
                  <a:extLst>
                    <a:ext uri="{FF2B5EF4-FFF2-40B4-BE49-F238E27FC236}">
                      <a16:creationId xmlns:a16="http://schemas.microsoft.com/office/drawing/2014/main" id="{3BC25DDE-2AA1-4125-AD97-8EE553BFC90D}"/>
                    </a:ext>
                  </a:extLst>
                </p:cNvPr>
                <p:cNvGrpSpPr/>
                <p:nvPr/>
              </p:nvGrpSpPr>
              <p:grpSpPr>
                <a:xfrm>
                  <a:off x="2025605" y="931945"/>
                  <a:ext cx="2555118" cy="1335006"/>
                  <a:chOff x="3041643" y="523621"/>
                  <a:chExt cx="2555118" cy="1335006"/>
                </a:xfrm>
              </p:grpSpPr>
              <p:cxnSp>
                <p:nvCxnSpPr>
                  <p:cNvPr id="252" name="直接连接符 251">
                    <a:extLst>
                      <a:ext uri="{FF2B5EF4-FFF2-40B4-BE49-F238E27FC236}">
                        <a16:creationId xmlns:a16="http://schemas.microsoft.com/office/drawing/2014/main" id="{1B204D9E-C3A1-44C0-8498-92160FF12064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137515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  <a:prstDash val="sysDot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53" name="组合 252">
                    <a:extLst>
                      <a:ext uri="{FF2B5EF4-FFF2-40B4-BE49-F238E27FC236}">
                        <a16:creationId xmlns:a16="http://schemas.microsoft.com/office/drawing/2014/main" id="{A037CA39-FCD7-487C-817F-DA3FE67F7EAA}"/>
                      </a:ext>
                    </a:extLst>
                  </p:cNvPr>
                  <p:cNvGrpSpPr/>
                  <p:nvPr/>
                </p:nvGrpSpPr>
                <p:grpSpPr>
                  <a:xfrm>
                    <a:off x="3041643" y="523621"/>
                    <a:ext cx="2555118" cy="1335006"/>
                    <a:chOff x="3041643" y="523621"/>
                    <a:chExt cx="2555118" cy="1335006"/>
                  </a:xfrm>
                </p:grpSpPr>
                <p:sp>
                  <p:nvSpPr>
                    <p:cNvPr id="254" name="矩形 253">
                      <a:extLst>
                        <a:ext uri="{FF2B5EF4-FFF2-40B4-BE49-F238E27FC236}">
                          <a16:creationId xmlns:a16="http://schemas.microsoft.com/office/drawing/2014/main" id="{F3EA9BC8-1770-4D1D-9FF6-98C672244D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1643" y="523621"/>
                      <a:ext cx="2555118" cy="133500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55" name="文本框 254">
                      <a:extLst>
                        <a:ext uri="{FF2B5EF4-FFF2-40B4-BE49-F238E27FC236}">
                          <a16:creationId xmlns:a16="http://schemas.microsoft.com/office/drawing/2014/main" id="{2A7540D0-956D-4FAD-8E2D-B6EF8E297B1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593470"/>
                      <a:ext cx="157607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 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outer()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56" name="文本框 255">
                      <a:extLst>
                        <a:ext uri="{FF2B5EF4-FFF2-40B4-BE49-F238E27FC236}">
                          <a16:creationId xmlns:a16="http://schemas.microsoft.com/office/drawing/2014/main" id="{2C2470D8-11F7-495F-BA27-ADA9929DC80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032652"/>
                      <a:ext cx="100791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localsplus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57" name="文本框 256">
                      <a:extLst>
                        <a:ext uri="{FF2B5EF4-FFF2-40B4-BE49-F238E27FC236}">
                          <a16:creationId xmlns:a16="http://schemas.microsoft.com/office/drawing/2014/main" id="{1804ADA4-5B78-4097-8394-77643F1913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441056"/>
                      <a:ext cx="4046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258" name="直接连接符 257">
                      <a:extLst>
                        <a:ext uri="{FF2B5EF4-FFF2-40B4-BE49-F238E27FC236}">
                          <a16:creationId xmlns:a16="http://schemas.microsoft.com/office/drawing/2014/main" id="{E5355410-CAE9-4972-B483-979457E65E0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962802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9" name="直接连接符 258">
                      <a:extLst>
                        <a:ext uri="{FF2B5EF4-FFF2-40B4-BE49-F238E27FC236}">
                          <a16:creationId xmlns:a16="http://schemas.microsoft.com/office/drawing/2014/main" id="{99D361BE-3436-4EA9-88C3-85977D59FE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8487" y="962802"/>
                      <a:ext cx="0" cy="895825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51" name="文本框 250">
                  <a:extLst>
                    <a:ext uri="{FF2B5EF4-FFF2-40B4-BE49-F238E27FC236}">
                      <a16:creationId xmlns:a16="http://schemas.microsoft.com/office/drawing/2014/main" id="{AD675FDC-FA32-484B-9C7C-03A5F6FBF67E}"/>
                    </a:ext>
                  </a:extLst>
                </p:cNvPr>
                <p:cNvSpPr txBox="1"/>
                <p:nvPr/>
              </p:nvSpPr>
              <p:spPr>
                <a:xfrm>
                  <a:off x="3384085" y="1849380"/>
                  <a:ext cx="404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…</a:t>
                  </a:r>
                  <a:endPara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10AF41CB-98D9-4D00-BCAF-58EDA71AECB1}"/>
                  </a:ext>
                </a:extLst>
              </p:cNvPr>
              <p:cNvSpPr txBox="1"/>
              <p:nvPr/>
            </p:nvSpPr>
            <p:spPr>
              <a:xfrm>
                <a:off x="2798064" y="917459"/>
                <a:ext cx="14602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槽位数组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     )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AB37D8EC-23D9-44EE-B895-54A597F2F38A}"/>
                </a:ext>
              </a:extLst>
            </p:cNvPr>
            <p:cNvGrpSpPr/>
            <p:nvPr/>
          </p:nvGrpSpPr>
          <p:grpSpPr>
            <a:xfrm>
              <a:off x="319146" y="2119335"/>
              <a:ext cx="2590394" cy="1335006"/>
              <a:chOff x="5729970" y="2678194"/>
              <a:chExt cx="2590394" cy="1335006"/>
            </a:xfrm>
          </p:grpSpPr>
          <p:grpSp>
            <p:nvGrpSpPr>
              <p:cNvPr id="236" name="组合 235">
                <a:extLst>
                  <a:ext uri="{FF2B5EF4-FFF2-40B4-BE49-F238E27FC236}">
                    <a16:creationId xmlns:a16="http://schemas.microsoft.com/office/drawing/2014/main" id="{4C4F7F3F-4C49-4763-B19C-A3D738A46ECE}"/>
                  </a:ext>
                </a:extLst>
              </p:cNvPr>
              <p:cNvGrpSpPr/>
              <p:nvPr/>
            </p:nvGrpSpPr>
            <p:grpSpPr>
              <a:xfrm>
                <a:off x="5729970" y="2678194"/>
                <a:ext cx="2590394" cy="1335006"/>
                <a:chOff x="2025605" y="931945"/>
                <a:chExt cx="2590394" cy="1335006"/>
              </a:xfrm>
            </p:grpSpPr>
            <p:grpSp>
              <p:nvGrpSpPr>
                <p:cNvPr id="238" name="组合 237">
                  <a:extLst>
                    <a:ext uri="{FF2B5EF4-FFF2-40B4-BE49-F238E27FC236}">
                      <a16:creationId xmlns:a16="http://schemas.microsoft.com/office/drawing/2014/main" id="{C51D330F-49A9-4E5D-B841-CD19ECD5D054}"/>
                    </a:ext>
                  </a:extLst>
                </p:cNvPr>
                <p:cNvGrpSpPr/>
                <p:nvPr/>
              </p:nvGrpSpPr>
              <p:grpSpPr>
                <a:xfrm>
                  <a:off x="2025605" y="931945"/>
                  <a:ext cx="2590394" cy="1335006"/>
                  <a:chOff x="3041643" y="523621"/>
                  <a:chExt cx="2590394" cy="1335006"/>
                </a:xfrm>
              </p:grpSpPr>
              <p:cxnSp>
                <p:nvCxnSpPr>
                  <p:cNvPr id="240" name="直接连接符 239">
                    <a:extLst>
                      <a:ext uri="{FF2B5EF4-FFF2-40B4-BE49-F238E27FC236}">
                        <a16:creationId xmlns:a16="http://schemas.microsoft.com/office/drawing/2014/main" id="{86B60CF2-9FA0-4621-BBBA-DD2CB6DF3630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1375158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41" name="组合 240">
                    <a:extLst>
                      <a:ext uri="{FF2B5EF4-FFF2-40B4-BE49-F238E27FC236}">
                        <a16:creationId xmlns:a16="http://schemas.microsoft.com/office/drawing/2014/main" id="{ACB8C81E-E125-4562-B66E-CC9EB8EAAC59}"/>
                      </a:ext>
                    </a:extLst>
                  </p:cNvPr>
                  <p:cNvGrpSpPr/>
                  <p:nvPr/>
                </p:nvGrpSpPr>
                <p:grpSpPr>
                  <a:xfrm>
                    <a:off x="3041643" y="523621"/>
                    <a:ext cx="2590394" cy="1335006"/>
                    <a:chOff x="3041643" y="523621"/>
                    <a:chExt cx="2590394" cy="1335006"/>
                  </a:xfrm>
                </p:grpSpPr>
                <p:sp>
                  <p:nvSpPr>
                    <p:cNvPr id="242" name="矩形 241">
                      <a:extLst>
                        <a:ext uri="{FF2B5EF4-FFF2-40B4-BE49-F238E27FC236}">
                          <a16:creationId xmlns:a16="http://schemas.microsoft.com/office/drawing/2014/main" id="{9211062A-EECD-481E-A2F7-24D32F8AFB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1643" y="523621"/>
                      <a:ext cx="2555118" cy="1335006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43" name="文本框 242">
                      <a:extLst>
                        <a:ext uri="{FF2B5EF4-FFF2-40B4-BE49-F238E27FC236}">
                          <a16:creationId xmlns:a16="http://schemas.microsoft.com/office/drawing/2014/main" id="{435BB736-3C17-45B8-AF93-4B9EE9170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593470"/>
                      <a:ext cx="2531462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 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Object inner()</a:t>
                      </a:r>
                      <a:endParaRPr lang="zh-CN" altLang="en-US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44" name="文本框 243">
                      <a:extLst>
                        <a:ext uri="{FF2B5EF4-FFF2-40B4-BE49-F238E27FC236}">
                          <a16:creationId xmlns:a16="http://schemas.microsoft.com/office/drawing/2014/main" id="{F21B173D-26DD-4C89-9CD5-9D910819D3D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032652"/>
                      <a:ext cx="869952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closures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45" name="文本框 244">
                      <a:extLst>
                        <a:ext uri="{FF2B5EF4-FFF2-40B4-BE49-F238E27FC236}">
                          <a16:creationId xmlns:a16="http://schemas.microsoft.com/office/drawing/2014/main" id="{6635E6FA-5D41-4519-AFB5-33933BC3E6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100575" y="1441056"/>
                      <a:ext cx="404664" cy="33855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altLang="zh-CN" sz="16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…</a:t>
                      </a:r>
                      <a:endParaRPr lang="zh-CN" altLang="en-US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p:txBody>
                </p:sp>
                <p:cxnSp>
                  <p:nvCxnSpPr>
                    <p:cNvPr id="246" name="直接连接符 245">
                      <a:extLst>
                        <a:ext uri="{FF2B5EF4-FFF2-40B4-BE49-F238E27FC236}">
                          <a16:creationId xmlns:a16="http://schemas.microsoft.com/office/drawing/2014/main" id="{D303E209-8E01-4141-BE2D-BFCBB5CBDC7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041643" y="962802"/>
                      <a:ext cx="2555118" cy="0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7" name="直接连接符 246">
                      <a:extLst>
                        <a:ext uri="{FF2B5EF4-FFF2-40B4-BE49-F238E27FC236}">
                          <a16:creationId xmlns:a16="http://schemas.microsoft.com/office/drawing/2014/main" id="{561DF811-F49B-4ED1-9C24-FF851F8601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22351" y="962802"/>
                      <a:ext cx="0" cy="895825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22E17199-6AC3-4DFD-A2DE-1F9C2519434D}"/>
                    </a:ext>
                  </a:extLst>
                </p:cNvPr>
                <p:cNvSpPr txBox="1"/>
                <p:nvPr/>
              </p:nvSpPr>
              <p:spPr>
                <a:xfrm>
                  <a:off x="3384085" y="1849380"/>
                  <a:ext cx="404664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…</a:t>
                  </a:r>
                  <a:endParaRPr lang="zh-CN" altLang="en-US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7" name="文本框 236">
                <a:extLst>
                  <a:ext uri="{FF2B5EF4-FFF2-40B4-BE49-F238E27FC236}">
                    <a16:creationId xmlns:a16="http://schemas.microsoft.com/office/drawing/2014/main" id="{B97D3EC1-18E6-43B9-8683-175E297FEC1B}"/>
                  </a:ext>
                </a:extLst>
              </p:cNvPr>
              <p:cNvSpPr txBox="1"/>
              <p:nvPr/>
            </p:nvSpPr>
            <p:spPr>
              <a:xfrm>
                <a:off x="6824867" y="3178615"/>
                <a:ext cx="13929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Tuple(      )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32" name="连接符: 肘形 231">
              <a:extLst>
                <a:ext uri="{FF2B5EF4-FFF2-40B4-BE49-F238E27FC236}">
                  <a16:creationId xmlns:a16="http://schemas.microsoft.com/office/drawing/2014/main" id="{8D2CEFED-6AC8-4689-9A22-265B163DCB80}"/>
                </a:ext>
              </a:extLst>
            </p:cNvPr>
            <p:cNvCxnSpPr>
              <a:cxnSpLocks/>
              <a:endCxn id="260" idx="0"/>
            </p:cNvCxnSpPr>
            <p:nvPr/>
          </p:nvCxnSpPr>
          <p:spPr>
            <a:xfrm>
              <a:off x="2482850" y="1016000"/>
              <a:ext cx="1802404" cy="581386"/>
            </a:xfrm>
            <a:prstGeom prst="bentConnector2">
              <a:avLst/>
            </a:prstGeom>
            <a:ln w="28575">
              <a:solidFill>
                <a:schemeClr val="tx1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9A5D7344-B4C0-4918-B1A8-6647A6246947}"/>
                </a:ext>
              </a:extLst>
            </p:cNvPr>
            <p:cNvSpPr/>
            <p:nvPr/>
          </p:nvSpPr>
          <p:spPr>
            <a:xfrm>
              <a:off x="2420504" y="951420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4" name="连接符: 肘形 233">
              <a:extLst>
                <a:ext uri="{FF2B5EF4-FFF2-40B4-BE49-F238E27FC236}">
                  <a16:creationId xmlns:a16="http://schemas.microsoft.com/office/drawing/2014/main" id="{9B40A2AF-66D7-468C-9549-120E51213931}"/>
                </a:ext>
              </a:extLst>
            </p:cNvPr>
            <p:cNvCxnSpPr>
              <a:endCxn id="260" idx="2"/>
            </p:cNvCxnSpPr>
            <p:nvPr/>
          </p:nvCxnSpPr>
          <p:spPr>
            <a:xfrm flipV="1">
              <a:off x="2171700" y="2322816"/>
              <a:ext cx="2113554" cy="474827"/>
            </a:xfrm>
            <a:prstGeom prst="bent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30B782E0-6688-43A0-9D65-D717EF12332D}"/>
                </a:ext>
              </a:extLst>
            </p:cNvPr>
            <p:cNvSpPr/>
            <p:nvPr/>
          </p:nvSpPr>
          <p:spPr>
            <a:xfrm>
              <a:off x="2109355" y="2729702"/>
              <a:ext cx="136566" cy="1365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乘号 6">
            <a:extLst>
              <a:ext uri="{FF2B5EF4-FFF2-40B4-BE49-F238E27FC236}">
                <a16:creationId xmlns:a16="http://schemas.microsoft.com/office/drawing/2014/main" id="{54086509-D86F-43F4-8510-421E0D4A4C8A}"/>
              </a:ext>
            </a:extLst>
          </p:cNvPr>
          <p:cNvSpPr/>
          <p:nvPr/>
        </p:nvSpPr>
        <p:spPr>
          <a:xfrm>
            <a:off x="9250127" y="997163"/>
            <a:ext cx="504701" cy="475013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44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89">
            <a:extLst>
              <a:ext uri="{FF2B5EF4-FFF2-40B4-BE49-F238E27FC236}">
                <a16:creationId xmlns:a16="http://schemas.microsoft.com/office/drawing/2014/main" id="{180C8327-5556-4827-BC51-448EB40B6FFE}"/>
              </a:ext>
            </a:extLst>
          </p:cNvPr>
          <p:cNvGrpSpPr/>
          <p:nvPr/>
        </p:nvGrpSpPr>
        <p:grpSpPr>
          <a:xfrm>
            <a:off x="4660048" y="1664604"/>
            <a:ext cx="1358920" cy="725432"/>
            <a:chOff x="6534909" y="436632"/>
            <a:chExt cx="1358920" cy="725432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FA6BFC9-12DE-47EF-A55F-C827003FA7CB}"/>
                </a:ext>
              </a:extLst>
            </p:cNvPr>
            <p:cNvSpPr/>
            <p:nvPr/>
          </p:nvSpPr>
          <p:spPr>
            <a:xfrm>
              <a:off x="6534909" y="436634"/>
              <a:ext cx="1358920" cy="72543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F0FE486C-28FF-4F44-A40B-4133A5036635}"/>
                </a:ext>
              </a:extLst>
            </p:cNvPr>
            <p:cNvSpPr txBox="1"/>
            <p:nvPr/>
          </p:nvSpPr>
          <p:spPr>
            <a:xfrm>
              <a:off x="6560985" y="436632"/>
              <a:ext cx="13067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Cell Object</a:t>
              </a:r>
              <a:endPara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0CEAF381-0094-4EE6-BCB2-D39081DBCCA8}"/>
                </a:ext>
              </a:extLst>
            </p:cNvPr>
            <p:cNvSpPr txBox="1"/>
            <p:nvPr/>
          </p:nvSpPr>
          <p:spPr>
            <a:xfrm>
              <a:off x="6691629" y="753659"/>
              <a:ext cx="10454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value=10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881337DD-E1D6-479C-9DC2-D3CFF48F1098}"/>
              </a:ext>
            </a:extLst>
          </p:cNvPr>
          <p:cNvGrpSpPr/>
          <p:nvPr/>
        </p:nvGrpSpPr>
        <p:grpSpPr>
          <a:xfrm>
            <a:off x="1092266" y="3079265"/>
            <a:ext cx="2555118" cy="1335006"/>
            <a:chOff x="1720805" y="417595"/>
            <a:chExt cx="2555118" cy="1335006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2E4FB221-B9F8-4C31-904C-54AE54C28F0C}"/>
                </a:ext>
              </a:extLst>
            </p:cNvPr>
            <p:cNvGrpSpPr/>
            <p:nvPr/>
          </p:nvGrpSpPr>
          <p:grpSpPr>
            <a:xfrm>
              <a:off x="1720805" y="417595"/>
              <a:ext cx="2555118" cy="1335006"/>
              <a:chOff x="2025605" y="931945"/>
              <a:chExt cx="2555118" cy="133500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3DAE7417-5239-427B-A18E-277649525350}"/>
                  </a:ext>
                </a:extLst>
              </p:cNvPr>
              <p:cNvGrpSpPr/>
              <p:nvPr/>
            </p:nvGrpSpPr>
            <p:grpSpPr>
              <a:xfrm>
                <a:off x="2025605" y="931945"/>
                <a:ext cx="2555118" cy="1335006"/>
                <a:chOff x="3041643" y="523621"/>
                <a:chExt cx="2555118" cy="1335006"/>
              </a:xfrm>
            </p:grpSpPr>
            <p:cxnSp>
              <p:nvCxnSpPr>
                <p:cNvPr id="9" name="直接连接符 8">
                  <a:extLst>
                    <a:ext uri="{FF2B5EF4-FFF2-40B4-BE49-F238E27FC236}">
                      <a16:creationId xmlns:a16="http://schemas.microsoft.com/office/drawing/2014/main" id="{6D0E9870-E8F8-4FB7-A6A0-2F3403617611}"/>
                    </a:ext>
                  </a:extLst>
                </p:cNvPr>
                <p:cNvCxnSpPr/>
                <p:nvPr/>
              </p:nvCxnSpPr>
              <p:spPr>
                <a:xfrm>
                  <a:off x="3041643" y="1375158"/>
                  <a:ext cx="255511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" name="组合 9">
                  <a:extLst>
                    <a:ext uri="{FF2B5EF4-FFF2-40B4-BE49-F238E27FC236}">
                      <a16:creationId xmlns:a16="http://schemas.microsoft.com/office/drawing/2014/main" id="{F87F037B-C92F-406F-B686-D7A520DA4A19}"/>
                    </a:ext>
                  </a:extLst>
                </p:cNvPr>
                <p:cNvGrpSpPr/>
                <p:nvPr/>
              </p:nvGrpSpPr>
              <p:grpSpPr>
                <a:xfrm>
                  <a:off x="3041643" y="523621"/>
                  <a:ext cx="2555118" cy="1335006"/>
                  <a:chOff x="3041643" y="523621"/>
                  <a:chExt cx="2555118" cy="1335006"/>
                </a:xfrm>
              </p:grpSpPr>
              <p:sp>
                <p:nvSpPr>
                  <p:cNvPr id="11" name="矩形 10">
                    <a:extLst>
                      <a:ext uri="{FF2B5EF4-FFF2-40B4-BE49-F238E27FC236}">
                        <a16:creationId xmlns:a16="http://schemas.microsoft.com/office/drawing/2014/main" id="{84FA0DD5-C788-46BC-924E-F9E58E7EB76D}"/>
                      </a:ext>
                    </a:extLst>
                  </p:cNvPr>
                  <p:cNvSpPr/>
                  <p:nvPr/>
                </p:nvSpPr>
                <p:spPr>
                  <a:xfrm>
                    <a:off x="3041643" y="523621"/>
                    <a:ext cx="2555118" cy="133500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4C4BDEE7-0CC9-4D60-8860-E57E6A5F0035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593470"/>
                    <a:ext cx="157607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Frame </a:t>
                    </a:r>
                    <a:r>
                      <a:rPr lang="en-US" altLang="zh-CN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inner()</a:t>
                    </a:r>
                    <a:endPara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1D3A5D4B-F9B5-4F47-B146-57667EB36FB7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1032652"/>
                    <a:ext cx="100791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localsplus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BD29F049-DEA0-4D9C-8C88-8D16676E896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1441056"/>
                    <a:ext cx="40466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…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8" name="直接连接符 17">
                    <a:extLst>
                      <a:ext uri="{FF2B5EF4-FFF2-40B4-BE49-F238E27FC236}">
                        <a16:creationId xmlns:a16="http://schemas.microsoft.com/office/drawing/2014/main" id="{809966E5-6114-4396-BF88-E263FC642CA6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962802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D140E5D7-1E6D-488B-81C0-CB008E8D98C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08487" y="962802"/>
                    <a:ext cx="0" cy="89582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C1690A6-110A-43BD-B9DE-7BB86991C277}"/>
                  </a:ext>
                </a:extLst>
              </p:cNvPr>
              <p:cNvSpPr txBox="1"/>
              <p:nvPr/>
            </p:nvSpPr>
            <p:spPr>
              <a:xfrm>
                <a:off x="3384085" y="1849380"/>
                <a:ext cx="404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A5FAEA8F-A6D9-4028-BFAC-BF3D500F4682}"/>
                </a:ext>
              </a:extLst>
            </p:cNvPr>
            <p:cNvSpPr txBox="1"/>
            <p:nvPr/>
          </p:nvSpPr>
          <p:spPr>
            <a:xfrm>
              <a:off x="2798064" y="917459"/>
              <a:ext cx="14602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槽位数组</a:t>
              </a:r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(     )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144A7A32-9963-48D7-9F29-C83419B70D1B}"/>
              </a:ext>
            </a:extLst>
          </p:cNvPr>
          <p:cNvGrpSpPr/>
          <p:nvPr/>
        </p:nvGrpSpPr>
        <p:grpSpPr>
          <a:xfrm>
            <a:off x="1092266" y="329598"/>
            <a:ext cx="2590394" cy="1335006"/>
            <a:chOff x="5729970" y="2678194"/>
            <a:chExt cx="2590394" cy="1335006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CB9AFAD-27E2-4F49-AFC3-F121627AB55E}"/>
                </a:ext>
              </a:extLst>
            </p:cNvPr>
            <p:cNvGrpSpPr/>
            <p:nvPr/>
          </p:nvGrpSpPr>
          <p:grpSpPr>
            <a:xfrm>
              <a:off x="5729970" y="2678194"/>
              <a:ext cx="2590394" cy="1335006"/>
              <a:chOff x="2025605" y="931945"/>
              <a:chExt cx="2590394" cy="1335006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3457CECA-DAFF-4D02-A5CD-10A9A3B66DBD}"/>
                  </a:ext>
                </a:extLst>
              </p:cNvPr>
              <p:cNvGrpSpPr/>
              <p:nvPr/>
            </p:nvGrpSpPr>
            <p:grpSpPr>
              <a:xfrm>
                <a:off x="2025605" y="931945"/>
                <a:ext cx="2590394" cy="1335006"/>
                <a:chOff x="3041643" y="523621"/>
                <a:chExt cx="2590394" cy="1335006"/>
              </a:xfrm>
            </p:grpSpPr>
            <p:cxnSp>
              <p:nvCxnSpPr>
                <p:cNvPr id="36" name="直接连接符 35">
                  <a:extLst>
                    <a:ext uri="{FF2B5EF4-FFF2-40B4-BE49-F238E27FC236}">
                      <a16:creationId xmlns:a16="http://schemas.microsoft.com/office/drawing/2014/main" id="{04B18D45-136B-4DFB-B963-971B119063A4}"/>
                    </a:ext>
                  </a:extLst>
                </p:cNvPr>
                <p:cNvCxnSpPr/>
                <p:nvPr/>
              </p:nvCxnSpPr>
              <p:spPr>
                <a:xfrm>
                  <a:off x="3041643" y="1375158"/>
                  <a:ext cx="2555118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组合 36">
                  <a:extLst>
                    <a:ext uri="{FF2B5EF4-FFF2-40B4-BE49-F238E27FC236}">
                      <a16:creationId xmlns:a16="http://schemas.microsoft.com/office/drawing/2014/main" id="{65997647-BEE7-4D77-A6AF-34DDD216743D}"/>
                    </a:ext>
                  </a:extLst>
                </p:cNvPr>
                <p:cNvGrpSpPr/>
                <p:nvPr/>
              </p:nvGrpSpPr>
              <p:grpSpPr>
                <a:xfrm>
                  <a:off x="3041643" y="523621"/>
                  <a:ext cx="2590394" cy="1335006"/>
                  <a:chOff x="3041643" y="523621"/>
                  <a:chExt cx="2590394" cy="1335006"/>
                </a:xfrm>
              </p:grpSpPr>
              <p:sp>
                <p:nvSpPr>
                  <p:cNvPr id="38" name="矩形 37">
                    <a:extLst>
                      <a:ext uri="{FF2B5EF4-FFF2-40B4-BE49-F238E27FC236}">
                        <a16:creationId xmlns:a16="http://schemas.microsoft.com/office/drawing/2014/main" id="{49787E65-B3CD-4E9A-97AA-0FE02C043D50}"/>
                      </a:ext>
                    </a:extLst>
                  </p:cNvPr>
                  <p:cNvSpPr/>
                  <p:nvPr/>
                </p:nvSpPr>
                <p:spPr>
                  <a:xfrm>
                    <a:off x="3041643" y="523621"/>
                    <a:ext cx="2555118" cy="133500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791303A7-A9AD-41F6-8B53-F9248487DE28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593470"/>
                    <a:ext cx="2531462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Function </a:t>
                    </a:r>
                    <a:r>
                      <a:rPr lang="en-US" altLang="zh-CN" b="1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Object inner()</a:t>
                    </a:r>
                    <a:endParaRPr lang="zh-CN" altLang="en-US" b="1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" name="文本框 39">
                    <a:extLst>
                      <a:ext uri="{FF2B5EF4-FFF2-40B4-BE49-F238E27FC236}">
                        <a16:creationId xmlns:a16="http://schemas.microsoft.com/office/drawing/2014/main" id="{2B813025-9BC4-4550-AB28-75C1D1C331DD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1032652"/>
                    <a:ext cx="86995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closures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1" name="文本框 40">
                    <a:extLst>
                      <a:ext uri="{FF2B5EF4-FFF2-40B4-BE49-F238E27FC236}">
                        <a16:creationId xmlns:a16="http://schemas.microsoft.com/office/drawing/2014/main" id="{3D205C62-5E1F-4ED4-8534-F6D0503C68B6}"/>
                      </a:ext>
                    </a:extLst>
                  </p:cNvPr>
                  <p:cNvSpPr txBox="1"/>
                  <p:nvPr/>
                </p:nvSpPr>
                <p:spPr>
                  <a:xfrm>
                    <a:off x="3100575" y="1441056"/>
                    <a:ext cx="404664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6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a:t>…</a:t>
                    </a:r>
                    <a:endParaRPr lang="zh-CN" altLang="en-US" sz="1600" dirty="0"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42" name="直接连接符 41">
                    <a:extLst>
                      <a:ext uri="{FF2B5EF4-FFF2-40B4-BE49-F238E27FC236}">
                        <a16:creationId xmlns:a16="http://schemas.microsoft.com/office/drawing/2014/main" id="{17C57E02-B30B-456B-B183-27FF5525664B}"/>
                      </a:ext>
                    </a:extLst>
                  </p:cNvPr>
                  <p:cNvCxnSpPr/>
                  <p:nvPr/>
                </p:nvCxnSpPr>
                <p:spPr>
                  <a:xfrm>
                    <a:off x="3041643" y="962802"/>
                    <a:ext cx="2555118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7540B650-BA9B-4DBB-AD26-E787A838B4F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22351" y="962802"/>
                    <a:ext cx="0" cy="895825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29DD6A5-341F-41FE-B65D-BEF75BD175EE}"/>
                  </a:ext>
                </a:extLst>
              </p:cNvPr>
              <p:cNvSpPr txBox="1"/>
              <p:nvPr/>
            </p:nvSpPr>
            <p:spPr>
              <a:xfrm>
                <a:off x="3384085" y="1849380"/>
                <a:ext cx="404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…</a:t>
                </a:r>
                <a:endPara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026012F-AEA4-41C1-BA44-8049312235FF}"/>
                </a:ext>
              </a:extLst>
            </p:cNvPr>
            <p:cNvSpPr txBox="1"/>
            <p:nvPr/>
          </p:nvSpPr>
          <p:spPr>
            <a:xfrm>
              <a:off x="6824867" y="3178615"/>
              <a:ext cx="13929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Tuple(      )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192E5FCE-E107-4C0B-96E1-2FEDB8F0F53B}"/>
              </a:ext>
            </a:extLst>
          </p:cNvPr>
          <p:cNvCxnSpPr>
            <a:cxnSpLocks/>
            <a:endCxn id="60" idx="0"/>
          </p:cNvCxnSpPr>
          <p:nvPr/>
        </p:nvCxnSpPr>
        <p:spPr>
          <a:xfrm>
            <a:off x="2978150" y="1029297"/>
            <a:ext cx="2361358" cy="635309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连接符: 肘形 112">
            <a:extLst>
              <a:ext uri="{FF2B5EF4-FFF2-40B4-BE49-F238E27FC236}">
                <a16:creationId xmlns:a16="http://schemas.microsoft.com/office/drawing/2014/main" id="{0AD260BF-1192-4B69-8A76-C1958737F4D2}"/>
              </a:ext>
            </a:extLst>
          </p:cNvPr>
          <p:cNvCxnSpPr>
            <a:cxnSpLocks/>
            <a:endCxn id="60" idx="2"/>
          </p:cNvCxnSpPr>
          <p:nvPr/>
        </p:nvCxnSpPr>
        <p:spPr>
          <a:xfrm flipV="1">
            <a:off x="3225954" y="2390036"/>
            <a:ext cx="2113554" cy="1377532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箭头: 下 1">
            <a:extLst>
              <a:ext uri="{FF2B5EF4-FFF2-40B4-BE49-F238E27FC236}">
                <a16:creationId xmlns:a16="http://schemas.microsoft.com/office/drawing/2014/main" id="{3311EA72-26A1-485B-87D9-D354DE31D886}"/>
              </a:ext>
            </a:extLst>
          </p:cNvPr>
          <p:cNvSpPr/>
          <p:nvPr/>
        </p:nvSpPr>
        <p:spPr>
          <a:xfrm>
            <a:off x="1251121" y="1802452"/>
            <a:ext cx="2229070" cy="1162050"/>
          </a:xfrm>
          <a:prstGeom prst="down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调用函数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创建栈帧</a:t>
            </a: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36D1C2D5-6844-4FD3-AC5F-887297C7B823}"/>
              </a:ext>
            </a:extLst>
          </p:cNvPr>
          <p:cNvCxnSpPr>
            <a:cxnSpLocks/>
            <a:endCxn id="11" idx="1"/>
          </p:cNvCxnSpPr>
          <p:nvPr/>
        </p:nvCxnSpPr>
        <p:spPr>
          <a:xfrm rot="5400000" flipH="1" flipV="1">
            <a:off x="362658" y="4093125"/>
            <a:ext cx="1075965" cy="383252"/>
          </a:xfrm>
          <a:prstGeom prst="curvedConnector2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AC580924-B22B-4D02-B3D9-A074D9E71590}"/>
              </a:ext>
            </a:extLst>
          </p:cNvPr>
          <p:cNvSpPr txBox="1"/>
          <p:nvPr/>
        </p:nvSpPr>
        <p:spPr>
          <a:xfrm>
            <a:off x="479280" y="4822733"/>
            <a:ext cx="37727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LOAD_DEREF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指令通过当前          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栈帧的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localsplus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访问单元对象。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ECA5DC5-EC13-4AEA-A68B-7C016A81D1D4}"/>
              </a:ext>
            </a:extLst>
          </p:cNvPr>
          <p:cNvSpPr txBox="1"/>
          <p:nvPr/>
        </p:nvSpPr>
        <p:spPr>
          <a:xfrm>
            <a:off x="3706316" y="3890242"/>
            <a:ext cx="2986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 通过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COPY_FREE_VARS 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指令持有。</a:t>
            </a: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7CEEBB49-490E-4E64-B3B7-0903C2C4C24E}"/>
              </a:ext>
            </a:extLst>
          </p:cNvPr>
          <p:cNvSpPr/>
          <p:nvPr/>
        </p:nvSpPr>
        <p:spPr>
          <a:xfrm>
            <a:off x="2901617" y="964688"/>
            <a:ext cx="136566" cy="1365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4B0B1884-C611-44E2-88E9-EEE429895742}"/>
              </a:ext>
            </a:extLst>
          </p:cNvPr>
          <p:cNvSpPr/>
          <p:nvPr/>
        </p:nvSpPr>
        <p:spPr>
          <a:xfrm>
            <a:off x="3175484" y="3705727"/>
            <a:ext cx="136566" cy="13656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982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CBAAA5-9D5F-49F0-85E3-AE021CB51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387A3C-9082-4837-9962-D8519EA7C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18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AEACE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533</Words>
  <Application>Microsoft Office PowerPoint</Application>
  <PresentationFormat>宽屏</PresentationFormat>
  <Paragraphs>136</Paragraphs>
  <Slides>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JetBrains Mono</vt:lpstr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 P</dc:creator>
  <cp:lastModifiedBy>R P</cp:lastModifiedBy>
  <cp:revision>91</cp:revision>
  <dcterms:created xsi:type="dcterms:W3CDTF">2026-04-25T11:47:52Z</dcterms:created>
  <dcterms:modified xsi:type="dcterms:W3CDTF">2026-04-26T06:39:28Z</dcterms:modified>
</cp:coreProperties>
</file>