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  <p:sldId id="275" r:id="rId17"/>
    <p:sldId id="276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698435" y="519731"/>
            <a:ext cx="1027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5054054" y="1967591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25561" y="1820882"/>
            <a:ext cx="2050090" cy="1474521"/>
            <a:chOff x="4574514" y="1904009"/>
            <a:chExt cx="2050090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805862" y="1959549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字节码解释器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83138" y="1820882"/>
            <a:ext cx="2050090" cy="1498260"/>
            <a:chOff x="4574514" y="1904009"/>
            <a:chExt cx="2050090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5040470" y="1952685"/>
              <a:ext cx="111440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8FFC391-859B-4500-8598-B17E9DF5C8E3}"/>
              </a:ext>
            </a:extLst>
          </p:cNvPr>
          <p:cNvSpPr/>
          <p:nvPr/>
        </p:nvSpPr>
        <p:spPr>
          <a:xfrm>
            <a:off x="3786249" y="1033153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面向宿主公开稳定抽象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</a:p>
          <a:p>
            <a:pPr algn="ctr"/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Isolate / Context / Script / Value / Function / TryCatch</a:t>
            </a:r>
            <a:endParaRPr lang="zh-CN" altLang="en-US" sz="1600" b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B8E369-08F9-4E9D-B3C1-E828393130F4}"/>
              </a:ext>
            </a:extLst>
          </p:cNvPr>
          <p:cNvSpPr/>
          <p:nvPr/>
        </p:nvSpPr>
        <p:spPr>
          <a:xfrm>
            <a:off x="3786249" y="2141517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桥阶层（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API Bridge</a:t>
            </a:r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把公开接口抽象转换为 </a:t>
            </a:r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内部可理解的表示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B33866-C481-44AB-A97A-195F140303C1}"/>
              </a:ext>
            </a:extLst>
          </p:cNvPr>
          <p:cNvSpPr/>
          <p:nvPr/>
        </p:nvSpPr>
        <p:spPr>
          <a:xfrm>
            <a:off x="3786249" y="3249881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</a:t>
            </a:r>
            <a:r>
              <a: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内核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D2F5DF1-AF45-4804-943D-0BFD2A0CBE3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1816925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811CD8A-5028-46AA-B285-044862774606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925289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右中括号 10">
            <a:extLst>
              <a:ext uri="{FF2B5EF4-FFF2-40B4-BE49-F238E27FC236}">
                <a16:creationId xmlns:a16="http://schemas.microsoft.com/office/drawing/2014/main" id="{396EE085-64E5-45F4-9A09-B6025013ADF7}"/>
              </a:ext>
            </a:extLst>
          </p:cNvPr>
          <p:cNvSpPr/>
          <p:nvPr/>
        </p:nvSpPr>
        <p:spPr>
          <a:xfrm>
            <a:off x="8651173" y="1246702"/>
            <a:ext cx="79347" cy="1499467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A7B51C-3199-403C-AF6F-93961974B7E9}"/>
              </a:ext>
            </a:extLst>
          </p:cNvPr>
          <p:cNvSpPr txBox="1"/>
          <p:nvPr/>
        </p:nvSpPr>
        <p:spPr>
          <a:xfrm>
            <a:off x="8730520" y="1816925"/>
            <a:ext cx="134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嵌入接口层</a:t>
            </a:r>
          </a:p>
        </p:txBody>
      </p:sp>
    </p:spTree>
    <p:extLst>
      <p:ext uri="{BB962C8B-B14F-4D97-AF65-F5344CB8AC3E}">
        <p14:creationId xmlns:p14="http://schemas.microsoft.com/office/powerpoint/2010/main" val="3294987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373592" y="696630"/>
            <a:ext cx="2559134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700890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403516" y="3583382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stCxn id="8" idx="3"/>
            <a:endCxn id="52" idx="2"/>
          </p:cNvCxnSpPr>
          <p:nvPr/>
        </p:nvCxnSpPr>
        <p:spPr>
          <a:xfrm flipV="1">
            <a:off x="10423640" y="4470377"/>
            <a:ext cx="244481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H="1" flipV="1">
            <a:off x="10653159" y="2914013"/>
            <a:ext cx="14962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BC937CA7-71C7-402C-B1DA-C79B0EF08EEB}"/>
              </a:ext>
            </a:extLst>
          </p:cNvPr>
          <p:cNvSpPr/>
          <p:nvPr/>
        </p:nvSpPr>
        <p:spPr>
          <a:xfrm>
            <a:off x="724641" y="1856019"/>
            <a:ext cx="1935678" cy="7243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模块导入门面</a:t>
            </a:r>
          </a:p>
        </p:txBody>
      </p:sp>
      <p:sp>
        <p:nvSpPr>
          <p:cNvPr id="91" name="流程图: 磁盘 90">
            <a:extLst>
              <a:ext uri="{FF2B5EF4-FFF2-40B4-BE49-F238E27FC236}">
                <a16:creationId xmlns:a16="http://schemas.microsoft.com/office/drawing/2014/main" id="{E10682ED-4DE8-4E16-8C2E-08E60E3A0956}"/>
              </a:ext>
            </a:extLst>
          </p:cNvPr>
          <p:cNvSpPr/>
          <p:nvPr/>
        </p:nvSpPr>
        <p:spPr>
          <a:xfrm>
            <a:off x="259274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模块缓存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流程图: 磁盘 91">
            <a:extLst>
              <a:ext uri="{FF2B5EF4-FFF2-40B4-BE49-F238E27FC236}">
                <a16:creationId xmlns:a16="http://schemas.microsoft.com/office/drawing/2014/main" id="{EBC81AE2-6B7E-4BE9-A87D-38EE7DE79AC9}"/>
              </a:ext>
            </a:extLst>
          </p:cNvPr>
          <p:cNvSpPr/>
          <p:nvPr/>
        </p:nvSpPr>
        <p:spPr>
          <a:xfrm>
            <a:off x="1777780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预设模块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查找路径集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EAAE6681-12B7-4A5C-9867-8802F9637007}"/>
              </a:ext>
            </a:extLst>
          </p:cNvPr>
          <p:cNvCxnSpPr>
            <a:endCxn id="91" idx="1"/>
          </p:cNvCxnSpPr>
          <p:nvPr/>
        </p:nvCxnSpPr>
        <p:spPr>
          <a:xfrm rot="5400000">
            <a:off x="796667" y="2655154"/>
            <a:ext cx="554671" cy="405191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70509AC5-74F5-43BA-81E2-BF2ADB313EFA}"/>
              </a:ext>
            </a:extLst>
          </p:cNvPr>
          <p:cNvCxnSpPr>
            <a:endCxn id="92" idx="1"/>
          </p:cNvCxnSpPr>
          <p:nvPr/>
        </p:nvCxnSpPr>
        <p:spPr>
          <a:xfrm rot="16200000" flipH="1">
            <a:off x="1921086" y="2666258"/>
            <a:ext cx="554671" cy="38298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椭圆 96">
            <a:extLst>
              <a:ext uri="{FF2B5EF4-FFF2-40B4-BE49-F238E27FC236}">
                <a16:creationId xmlns:a16="http://schemas.microsoft.com/office/drawing/2014/main" id="{06A4A422-C96C-4085-9B3C-DDB254052E6B}"/>
              </a:ext>
            </a:extLst>
          </p:cNvPr>
          <p:cNvSpPr/>
          <p:nvPr/>
        </p:nvSpPr>
        <p:spPr>
          <a:xfrm>
            <a:off x="1214856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04B07519-6BB4-4550-A16F-6E29878FCFAB}"/>
              </a:ext>
            </a:extLst>
          </p:cNvPr>
          <p:cNvSpPr/>
          <p:nvPr/>
        </p:nvSpPr>
        <p:spPr>
          <a:xfrm>
            <a:off x="1938647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B37F8D0-F2BC-4E2A-BE38-76CD57067338}"/>
              </a:ext>
            </a:extLst>
          </p:cNvPr>
          <p:cNvSpPr txBox="1"/>
          <p:nvPr/>
        </p:nvSpPr>
        <p:spPr>
          <a:xfrm>
            <a:off x="353248" y="267337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622FEDF-8F5A-46F6-8487-8E78BE86E07A}"/>
              </a:ext>
            </a:extLst>
          </p:cNvPr>
          <p:cNvSpPr txBox="1"/>
          <p:nvPr/>
        </p:nvSpPr>
        <p:spPr>
          <a:xfrm>
            <a:off x="2295718" y="2648696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</p:spTree>
    <p:extLst>
      <p:ext uri="{BB962C8B-B14F-4D97-AF65-F5344CB8AC3E}">
        <p14:creationId xmlns:p14="http://schemas.microsoft.com/office/powerpoint/2010/main" val="2956412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1741</TotalTime>
  <Words>1569</Words>
  <Application>Microsoft Office PowerPoint</Application>
  <PresentationFormat>宽屏</PresentationFormat>
  <Paragraphs>401</Paragraphs>
  <Slides>17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507</cp:revision>
  <dcterms:created xsi:type="dcterms:W3CDTF">2026-04-25T11:47:52Z</dcterms:created>
  <dcterms:modified xsi:type="dcterms:W3CDTF">2026-04-30T22:02:30Z</dcterms:modified>
</cp:coreProperties>
</file>