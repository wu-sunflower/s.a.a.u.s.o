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  <p:sldId id="278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52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8" y="300"/>
      </p:cViewPr>
      <p:guideLst>
        <p:guide pos="352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2026/5/3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698435" y="519731"/>
            <a:ext cx="1027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35308" cy="5648675"/>
            <a:chOff x="1805039" y="1089686"/>
            <a:chExt cx="7635308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03360" y="1929533"/>
              <a:ext cx="1636987" cy="1499467"/>
              <a:chOff x="7803360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03360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953656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047E10CA-079F-44F6-B464-8404FF8EF799}"/>
              </a:ext>
            </a:extLst>
          </p:cNvPr>
          <p:cNvGrpSpPr/>
          <p:nvPr/>
        </p:nvGrpSpPr>
        <p:grpSpPr>
          <a:xfrm>
            <a:off x="1527991" y="1818764"/>
            <a:ext cx="9136015" cy="1498261"/>
            <a:chOff x="383138" y="1820881"/>
            <a:chExt cx="9136015" cy="1498261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21AD62-5191-4AA4-A11F-347DBBFD4334}"/>
                </a:ext>
              </a:extLst>
            </p:cNvPr>
            <p:cNvGrpSpPr/>
            <p:nvPr/>
          </p:nvGrpSpPr>
          <p:grpSpPr>
            <a:xfrm>
              <a:off x="5067983" y="1820882"/>
              <a:ext cx="2050090" cy="1474521"/>
              <a:chOff x="4574514" y="1904009"/>
              <a:chExt cx="2050090" cy="1997035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47773-B8F4-4067-B02D-56355E28222A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6263276-6C5F-4702-BA47-9A427CD21EC2}"/>
                  </a:ext>
                </a:extLst>
              </p:cNvPr>
              <p:cNvSpPr txBox="1"/>
              <p:nvPr/>
            </p:nvSpPr>
            <p:spPr>
              <a:xfrm>
                <a:off x="5054054" y="1967591"/>
                <a:ext cx="111440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模块系统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E472213-96C2-4558-914D-6756FD01C8B7}"/>
                  </a:ext>
                </a:extLst>
              </p:cNvPr>
              <p:cNvSpPr txBox="1"/>
              <p:nvPr/>
            </p:nvSpPr>
            <p:spPr>
              <a:xfrm>
                <a:off x="4574514" y="2366230"/>
                <a:ext cx="1704313" cy="7842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模块导入状态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模块缓存</a:t>
                </a: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A5CC690A-E40A-4EF8-BB8C-4EEC01770E04}"/>
                </a:ext>
              </a:extLst>
            </p:cNvPr>
            <p:cNvGrpSpPr/>
            <p:nvPr/>
          </p:nvGrpSpPr>
          <p:grpSpPr>
            <a:xfrm>
              <a:off x="2725561" y="1820882"/>
              <a:ext cx="2050090" cy="1474521"/>
              <a:chOff x="4574514" y="1904009"/>
              <a:chExt cx="2050090" cy="1997035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3E79D41-0486-4F8C-AEF3-CC86BB2DDA1C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15B48B81-FA9D-4788-B86F-DF67BA7B9F85}"/>
                  </a:ext>
                </a:extLst>
              </p:cNvPr>
              <p:cNvSpPr txBox="1"/>
              <p:nvPr/>
            </p:nvSpPr>
            <p:spPr>
              <a:xfrm>
                <a:off x="4805862" y="1959549"/>
                <a:ext cx="157927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字节码解释器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293F1E25-CE68-4933-A05A-F2B0DDAF6B95}"/>
                  </a:ext>
                </a:extLst>
              </p:cNvPr>
              <p:cNvSpPr txBox="1"/>
              <p:nvPr/>
            </p:nvSpPr>
            <p:spPr>
              <a:xfrm>
                <a:off x="4574514" y="2370822"/>
                <a:ext cx="1909497" cy="11560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字节码执行状态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函数调用堆栈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其他执行上下文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7DF886E5-433A-46C4-B71A-6E26CA6D1262}"/>
                </a:ext>
              </a:extLst>
            </p:cNvPr>
            <p:cNvGrpSpPr/>
            <p:nvPr/>
          </p:nvGrpSpPr>
          <p:grpSpPr>
            <a:xfrm>
              <a:off x="7404472" y="1820881"/>
              <a:ext cx="2114681" cy="1494870"/>
              <a:chOff x="4568579" y="1904009"/>
              <a:chExt cx="2114681" cy="2024594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E0B7292-5923-4CD6-9BB8-DB331207BB34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19999C6-59D9-4618-AC3E-E3173C81A370}"/>
                  </a:ext>
                </a:extLst>
              </p:cNvPr>
              <p:cNvSpPr txBox="1"/>
              <p:nvPr/>
            </p:nvSpPr>
            <p:spPr>
              <a:xfrm>
                <a:off x="4929108" y="1959550"/>
                <a:ext cx="1346844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运行时环境</a:t>
                </a: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8AE67E4-46EE-48C0-AEA0-8ECBD4A5BA1D}"/>
                  </a:ext>
                </a:extLst>
              </p:cNvPr>
              <p:cNvSpPr txBox="1"/>
              <p:nvPr/>
            </p:nvSpPr>
            <p:spPr>
              <a:xfrm>
                <a:off x="4568579" y="2366231"/>
                <a:ext cx="2114681" cy="1562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内建环境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运行时共享资源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待处理异常上下文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3F84F941-9053-4450-8D19-E680CC8B08F4}"/>
                </a:ext>
              </a:extLst>
            </p:cNvPr>
            <p:cNvGrpSpPr/>
            <p:nvPr/>
          </p:nvGrpSpPr>
          <p:grpSpPr>
            <a:xfrm>
              <a:off x="383138" y="1820882"/>
              <a:ext cx="2050090" cy="1498260"/>
              <a:chOff x="4574514" y="1904009"/>
              <a:chExt cx="2050090" cy="202918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04FCC2CB-B5B4-4860-B775-1C8E43E6CE5E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A3C9880-EB67-4D4D-A079-54F53379E755}"/>
                  </a:ext>
                </a:extLst>
              </p:cNvPr>
              <p:cNvSpPr txBox="1"/>
              <p:nvPr/>
            </p:nvSpPr>
            <p:spPr>
              <a:xfrm>
                <a:off x="5040470" y="1952685"/>
                <a:ext cx="111440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虚拟机堆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A7FEC38-6726-4371-A261-B9B210DD9DCE}"/>
                  </a:ext>
                </a:extLst>
              </p:cNvPr>
              <p:cNvSpPr txBox="1"/>
              <p:nvPr/>
            </p:nvSpPr>
            <p:spPr>
              <a:xfrm>
                <a:off x="4574514" y="2370822"/>
                <a:ext cx="1909497" cy="156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堆空间内存资源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堆内存分配情况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垃圾回收状态</a:t>
                </a:r>
              </a:p>
            </p:txBody>
          </p:sp>
        </p:grp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2539275" y="1191882"/>
            <a:ext cx="706145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2551151" y="118352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4867651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9590929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21418" y="-75339"/>
            <a:ext cx="87369" cy="705165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09169"/>
            <a:ext cx="0" cy="3681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352103" y="3872910"/>
            <a:ext cx="5519460" cy="8304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BAAD10F-7441-442D-9060-F6D76AF2FB51}"/>
              </a:ext>
            </a:extLst>
          </p:cNvPr>
          <p:cNvCxnSpPr>
            <a:cxnSpLocks/>
          </p:cNvCxnSpPr>
          <p:nvPr/>
        </p:nvCxnSpPr>
        <p:spPr>
          <a:xfrm>
            <a:off x="7249580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B38B6FB-1D96-4046-AE78-3BBC68C83EAB}"/>
              </a:ext>
            </a:extLst>
          </p:cNvPr>
          <p:cNvCxnSpPr>
            <a:stCxn id="4" idx="2"/>
          </p:cNvCxnSpPr>
          <p:nvPr/>
        </p:nvCxnSpPr>
        <p:spPr>
          <a:xfrm flipH="1">
            <a:off x="6095999" y="833773"/>
            <a:ext cx="1" cy="3497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94E6A3E7-117E-4E82-B0A5-6DEAB2012B2D}"/>
              </a:ext>
            </a:extLst>
          </p:cNvPr>
          <p:cNvGrpSpPr/>
          <p:nvPr/>
        </p:nvGrpSpPr>
        <p:grpSpPr>
          <a:xfrm>
            <a:off x="865018" y="1151933"/>
            <a:ext cx="2385461" cy="1834823"/>
            <a:chOff x="333243" y="896498"/>
            <a:chExt cx="2385461" cy="1834823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642DB36-EB4D-4D1D-BC4A-2AC5CBAFF3AE}"/>
                </a:ext>
              </a:extLst>
            </p:cNvPr>
            <p:cNvSpPr txBox="1"/>
            <p:nvPr/>
          </p:nvSpPr>
          <p:spPr>
            <a:xfrm>
              <a:off x="984994" y="1661287"/>
              <a:ext cx="1081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MarkWord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E80CFF09-9F2D-45ED-BEF4-1AE61FEFAE6C}"/>
                </a:ext>
              </a:extLst>
            </p:cNvPr>
            <p:cNvGrpSpPr/>
            <p:nvPr/>
          </p:nvGrpSpPr>
          <p:grpSpPr>
            <a:xfrm>
              <a:off x="333243" y="896498"/>
              <a:ext cx="2385461" cy="1834823"/>
              <a:chOff x="333243" y="896498"/>
              <a:chExt cx="2385461" cy="1834823"/>
            </a:xfrm>
          </p:grpSpPr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D55C9007-A18E-41A0-A7B1-D82DB88353AE}"/>
                  </a:ext>
                </a:extLst>
              </p:cNvPr>
              <p:cNvGrpSpPr/>
              <p:nvPr/>
            </p:nvGrpSpPr>
            <p:grpSpPr>
              <a:xfrm>
                <a:off x="665016" y="1248105"/>
                <a:ext cx="1721924" cy="1483216"/>
                <a:chOff x="665016" y="1248105"/>
                <a:chExt cx="1721924" cy="148321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8155401-0C96-454C-9AEA-A088FC5CB8C0}"/>
                    </a:ext>
                  </a:extLst>
                </p:cNvPr>
                <p:cNvSpPr/>
                <p:nvPr/>
              </p:nvSpPr>
              <p:spPr>
                <a:xfrm>
                  <a:off x="665017" y="1252846"/>
                  <a:ext cx="1721923" cy="1478475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6" name="直接连接符 5">
                  <a:extLst>
                    <a:ext uri="{FF2B5EF4-FFF2-40B4-BE49-F238E27FC236}">
                      <a16:creationId xmlns:a16="http://schemas.microsoft.com/office/drawing/2014/main" id="{41764BC2-243A-40DA-AA69-B1952A1D15FB}"/>
                    </a:ext>
                  </a:extLst>
                </p:cNvPr>
                <p:cNvCxnSpPr/>
                <p:nvPr/>
              </p:nvCxnSpPr>
              <p:spPr>
                <a:xfrm>
                  <a:off x="665017" y="1632856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8BE98485-E981-48A7-A966-66BC5E5A3B14}"/>
                    </a:ext>
                  </a:extLst>
                </p:cNvPr>
                <p:cNvSpPr txBox="1"/>
                <p:nvPr/>
              </p:nvSpPr>
              <p:spPr>
                <a:xfrm>
                  <a:off x="971980" y="1248105"/>
                  <a:ext cx="11079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PyObject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8" name="直接连接符 7">
                  <a:extLst>
                    <a:ext uri="{FF2B5EF4-FFF2-40B4-BE49-F238E27FC236}">
                      <a16:creationId xmlns:a16="http://schemas.microsoft.com/office/drawing/2014/main" id="{E9F9E636-7336-4602-86E4-92D84E3CD2BA}"/>
                    </a:ext>
                  </a:extLst>
                </p:cNvPr>
                <p:cNvCxnSpPr/>
                <p:nvPr/>
              </p:nvCxnSpPr>
              <p:spPr>
                <a:xfrm>
                  <a:off x="665016" y="2016825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79EB471-30B9-4BC5-B8A6-D860B8938EB5}"/>
                    </a:ext>
                  </a:extLst>
                </p:cNvPr>
                <p:cNvSpPr txBox="1"/>
                <p:nvPr/>
              </p:nvSpPr>
              <p:spPr>
                <a:xfrm>
                  <a:off x="1023275" y="2212139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实例字段</a:t>
                  </a:r>
                </a:p>
              </p:txBody>
            </p:sp>
          </p:grp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DE32F67-734D-4578-AA21-F4FE468CC57E}"/>
                  </a:ext>
                </a:extLst>
              </p:cNvPr>
              <p:cNvSpPr txBox="1"/>
              <p:nvPr/>
            </p:nvSpPr>
            <p:spPr>
              <a:xfrm>
                <a:off x="333243" y="896498"/>
                <a:ext cx="23854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类型实例对象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A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1053550" y="3178408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991308" y="2074997"/>
            <a:ext cx="907338" cy="83096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3108342" y="3420204"/>
            <a:ext cx="780140" cy="636639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860680" y="200671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3047499" y="3993785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ED3FF443-D8D5-4583-9D95-39C1DB5B4979}"/>
              </a:ext>
            </a:extLst>
          </p:cNvPr>
          <p:cNvGrpSpPr/>
          <p:nvPr/>
        </p:nvGrpSpPr>
        <p:grpSpPr>
          <a:xfrm>
            <a:off x="5948082" y="706137"/>
            <a:ext cx="2505814" cy="1105153"/>
            <a:chOff x="6105426" y="755181"/>
            <a:chExt cx="2505814" cy="1105153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05F18BB9-1674-4749-B625-8B3DDD4658D7}"/>
                </a:ext>
              </a:extLst>
            </p:cNvPr>
            <p:cNvGrpSpPr/>
            <p:nvPr/>
          </p:nvGrpSpPr>
          <p:grpSpPr>
            <a:xfrm>
              <a:off x="6293522" y="1118128"/>
              <a:ext cx="2129625" cy="742206"/>
              <a:chOff x="4409697" y="2170109"/>
              <a:chExt cx="2129625" cy="742206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93C1E67C-B9CB-4CF8-AFFE-C5EA8300B205}"/>
                  </a:ext>
                </a:extLst>
              </p:cNvPr>
              <p:cNvSpPr txBox="1"/>
              <p:nvPr/>
            </p:nvSpPr>
            <p:spPr>
              <a:xfrm>
                <a:off x="5279583" y="2550697"/>
                <a:ext cx="3898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01482BD0-5609-42E2-B5D2-E637D45D9DA4}"/>
                  </a:ext>
                </a:extLst>
              </p:cNvPr>
              <p:cNvGrpSpPr/>
              <p:nvPr/>
            </p:nvGrpSpPr>
            <p:grpSpPr>
              <a:xfrm>
                <a:off x="4409697" y="2170109"/>
                <a:ext cx="2129625" cy="742206"/>
                <a:chOff x="665011" y="1252847"/>
                <a:chExt cx="2129625" cy="458864"/>
              </a:xfrm>
            </p:grpSpPr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2CCFED46-266E-41BF-9DF6-156E1A4981EE}"/>
                    </a:ext>
                  </a:extLst>
                </p:cNvPr>
                <p:cNvSpPr/>
                <p:nvPr/>
              </p:nvSpPr>
              <p:spPr>
                <a:xfrm>
                  <a:off x="665017" y="1252847"/>
                  <a:ext cx="2129616" cy="45886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85" name="直接连接符 84">
                  <a:extLst>
                    <a:ext uri="{FF2B5EF4-FFF2-40B4-BE49-F238E27FC236}">
                      <a16:creationId xmlns:a16="http://schemas.microsoft.com/office/drawing/2014/main" id="{0088D041-D7CE-4C24-A396-AE4171EC1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5011" y="1488143"/>
                  <a:ext cx="212962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E5E678FC-28C9-4233-A385-35F89AE8136C}"/>
                    </a:ext>
                  </a:extLst>
                </p:cNvPr>
                <p:cNvSpPr txBox="1"/>
                <p:nvPr/>
              </p:nvSpPr>
              <p:spPr>
                <a:xfrm>
                  <a:off x="665014" y="1255319"/>
                  <a:ext cx="2129622" cy="228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PyTypeObjectKlass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2A273123-A6E2-41FF-AA27-FF238FD86604}"/>
                </a:ext>
              </a:extLst>
            </p:cNvPr>
            <p:cNvSpPr txBox="1"/>
            <p:nvPr/>
          </p:nvSpPr>
          <p:spPr>
            <a:xfrm>
              <a:off x="6105426" y="755181"/>
              <a:ext cx="2505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Klass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实体</a:t>
              </a:r>
            </a:p>
          </p:txBody>
        </p: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9" name="椭圆 108">
            <a:extLst>
              <a:ext uri="{FF2B5EF4-FFF2-40B4-BE49-F238E27FC236}">
                <a16:creationId xmlns:a16="http://schemas.microsoft.com/office/drawing/2014/main" id="{86B3510B-1B09-40E0-8CE5-6982DEEA9D3F}"/>
              </a:ext>
            </a:extLst>
          </p:cNvPr>
          <p:cNvSpPr/>
          <p:nvPr/>
        </p:nvSpPr>
        <p:spPr>
          <a:xfrm>
            <a:off x="8008513" y="291644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C223411C-CF0E-468A-B8A2-6E822DE100D8}"/>
              </a:ext>
            </a:extLst>
          </p:cNvPr>
          <p:cNvCxnSpPr>
            <a:endCxn id="86" idx="3"/>
          </p:cNvCxnSpPr>
          <p:nvPr/>
        </p:nvCxnSpPr>
        <p:spPr>
          <a:xfrm rot="5400000" flipH="1" flipV="1">
            <a:off x="7305383" y="2026337"/>
            <a:ext cx="1729008" cy="191831"/>
          </a:xfrm>
          <a:prstGeom prst="bentConnector4">
            <a:avLst>
              <a:gd name="adj1" fmla="val 16"/>
              <a:gd name="adj2" fmla="val 21916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1687869" y="4455509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3457986" y="5744940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6412029" y="5786749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3629621" y="1021058"/>
            <a:ext cx="2582478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3672896" y="2672009"/>
            <a:ext cx="2495929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920860" y="2181865"/>
            <a:ext cx="1" cy="4901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2712116" y="4477215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2712116" y="5385636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6123304" y="6020049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2575550" y="494828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2575550" y="531735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4674922" y="643832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3455660" y="4058937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543B3CD2-07B8-48F8-96B5-FA18F64C16FA}"/>
              </a:ext>
            </a:extLst>
          </p:cNvPr>
          <p:cNvCxnSpPr>
            <a:cxnSpLocks/>
            <a:stCxn id="5" idx="1"/>
            <a:endCxn id="9" idx="0"/>
          </p:cNvCxnSpPr>
          <p:nvPr/>
        </p:nvCxnSpPr>
        <p:spPr>
          <a:xfrm rot="10800000" flipV="1">
            <a:off x="2376520" y="3094041"/>
            <a:ext cx="1296376" cy="138402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D52A338-91FC-4C09-A6DC-58BE42B2EA26}"/>
              </a:ext>
            </a:extLst>
          </p:cNvPr>
          <p:cNvGrpSpPr/>
          <p:nvPr/>
        </p:nvGrpSpPr>
        <p:grpSpPr>
          <a:xfrm>
            <a:off x="6622346" y="1272262"/>
            <a:ext cx="2988319" cy="1830262"/>
            <a:chOff x="93531" y="901059"/>
            <a:chExt cx="2988319" cy="1830262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24759E7A-00F0-49FB-99F7-6296BE3B9BA5}"/>
                </a:ext>
              </a:extLst>
            </p:cNvPr>
            <p:cNvSpPr txBox="1"/>
            <p:nvPr/>
          </p:nvSpPr>
          <p:spPr>
            <a:xfrm>
              <a:off x="984994" y="1661287"/>
              <a:ext cx="1081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MarkWord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7D8FA51-5E25-4244-948E-058C04FFA687}"/>
                </a:ext>
              </a:extLst>
            </p:cNvPr>
            <p:cNvGrpSpPr/>
            <p:nvPr/>
          </p:nvGrpSpPr>
          <p:grpSpPr>
            <a:xfrm>
              <a:off x="93531" y="901059"/>
              <a:ext cx="2988319" cy="1830262"/>
              <a:chOff x="93531" y="901059"/>
              <a:chExt cx="2988319" cy="1830262"/>
            </a:xfrm>
          </p:grpSpPr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27FBAB6B-3FFE-4A54-A036-9E92289ABE5B}"/>
                  </a:ext>
                </a:extLst>
              </p:cNvPr>
              <p:cNvGrpSpPr/>
              <p:nvPr/>
            </p:nvGrpSpPr>
            <p:grpSpPr>
              <a:xfrm>
                <a:off x="665016" y="1248105"/>
                <a:ext cx="1721924" cy="1483216"/>
                <a:chOff x="665016" y="1248105"/>
                <a:chExt cx="1721924" cy="1483216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176F577C-49CE-4D35-997E-2459A0809DAE}"/>
                    </a:ext>
                  </a:extLst>
                </p:cNvPr>
                <p:cNvSpPr/>
                <p:nvPr/>
              </p:nvSpPr>
              <p:spPr>
                <a:xfrm>
                  <a:off x="665017" y="1252846"/>
                  <a:ext cx="1721923" cy="1478475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50" name="直接连接符 49">
                  <a:extLst>
                    <a:ext uri="{FF2B5EF4-FFF2-40B4-BE49-F238E27FC236}">
                      <a16:creationId xmlns:a16="http://schemas.microsoft.com/office/drawing/2014/main" id="{CACF48EE-DD9C-4A9C-BC49-973D7844C8C6}"/>
                    </a:ext>
                  </a:extLst>
                </p:cNvPr>
                <p:cNvCxnSpPr/>
                <p:nvPr/>
              </p:nvCxnSpPr>
              <p:spPr>
                <a:xfrm>
                  <a:off x="665017" y="1632856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7E018257-A22F-48BA-AF45-235A3BC9E009}"/>
                    </a:ext>
                  </a:extLst>
                </p:cNvPr>
                <p:cNvSpPr txBox="1"/>
                <p:nvPr/>
              </p:nvSpPr>
              <p:spPr>
                <a:xfrm>
                  <a:off x="971980" y="1248105"/>
                  <a:ext cx="11079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PyObject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55" name="直接连接符 54">
                  <a:extLst>
                    <a:ext uri="{FF2B5EF4-FFF2-40B4-BE49-F238E27FC236}">
                      <a16:creationId xmlns:a16="http://schemas.microsoft.com/office/drawing/2014/main" id="{96611FA2-2441-4A85-9591-3A3224913700}"/>
                    </a:ext>
                  </a:extLst>
                </p:cNvPr>
                <p:cNvCxnSpPr/>
                <p:nvPr/>
              </p:nvCxnSpPr>
              <p:spPr>
                <a:xfrm>
                  <a:off x="665016" y="2016825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5C779174-DC61-40F3-87FC-A70B1A5EB05D}"/>
                    </a:ext>
                  </a:extLst>
                </p:cNvPr>
                <p:cNvSpPr txBox="1"/>
                <p:nvPr/>
              </p:nvSpPr>
              <p:spPr>
                <a:xfrm>
                  <a:off x="1023275" y="2212139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实例字段</a:t>
                  </a:r>
                </a:p>
              </p:txBody>
            </p:sp>
          </p:grp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303D7BF6-D4A2-4218-8E08-25AE2C943475}"/>
                  </a:ext>
                </a:extLst>
              </p:cNvPr>
              <p:cNvSpPr txBox="1"/>
              <p:nvPr/>
            </p:nvSpPr>
            <p:spPr>
              <a:xfrm>
                <a:off x="93531" y="901059"/>
                <a:ext cx="29883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被调用核心行为的目标对象 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self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05A97FD1-CB0D-4015-BCA9-8E3E144D0874}"/>
              </a:ext>
            </a:extLst>
          </p:cNvPr>
          <p:cNvCxnSpPr>
            <a:cxnSpLocks/>
            <a:stCxn id="49" idx="1"/>
            <a:endCxn id="4" idx="3"/>
          </p:cNvCxnSpPr>
          <p:nvPr/>
        </p:nvCxnSpPr>
        <p:spPr>
          <a:xfrm rot="10800000">
            <a:off x="6212100" y="1601463"/>
            <a:ext cx="981733" cy="761825"/>
          </a:xfrm>
          <a:prstGeom prst="curvedConnector3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87532" y="1014380"/>
            <a:ext cx="9724407" cy="790365"/>
            <a:chOff x="908461" y="479991"/>
            <a:chExt cx="9724407" cy="79036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908461" y="479991"/>
              <a:ext cx="9724407" cy="790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87531" y="4721858"/>
            <a:ext cx="9724408" cy="1231342"/>
            <a:chOff x="908460" y="3504280"/>
            <a:chExt cx="9724408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908460" y="3504280"/>
              <a:ext cx="9724408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8381054" y="2806104"/>
            <a:ext cx="438345" cy="523908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381054" y="3330012"/>
            <a:ext cx="438345" cy="427941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 flipH="1">
            <a:off x="6049735" y="1804745"/>
            <a:ext cx="1" cy="603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cxnSpLocks/>
            <a:stCxn id="46" idx="2"/>
            <a:endCxn id="48" idx="0"/>
          </p:cNvCxnSpPr>
          <p:nvPr/>
        </p:nvCxnSpPr>
        <p:spPr>
          <a:xfrm>
            <a:off x="6049735" y="4172285"/>
            <a:ext cx="0" cy="5495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280681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cxnSpLocks/>
            <a:stCxn id="63" idx="2"/>
            <a:endCxn id="45" idx="0"/>
          </p:cNvCxnSpPr>
          <p:nvPr/>
        </p:nvCxnSpPr>
        <p:spPr>
          <a:xfrm>
            <a:off x="6049735" y="490472"/>
            <a:ext cx="1" cy="5239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3776720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cxnSpLocks/>
            <a:stCxn id="48" idx="2"/>
            <a:endCxn id="68" idx="0"/>
          </p:cNvCxnSpPr>
          <p:nvPr/>
        </p:nvCxnSpPr>
        <p:spPr>
          <a:xfrm>
            <a:off x="6049735" y="5953200"/>
            <a:ext cx="0" cy="2967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1131617" y="642729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EE5C5DF4-6B72-417B-8F54-E3B5B5BD40A1}"/>
              </a:ext>
            </a:extLst>
          </p:cNvPr>
          <p:cNvGrpSpPr/>
          <p:nvPr/>
        </p:nvGrpSpPr>
        <p:grpSpPr>
          <a:xfrm>
            <a:off x="1131866" y="2038512"/>
            <a:ext cx="9780073" cy="2133773"/>
            <a:chOff x="1131866" y="1960195"/>
            <a:chExt cx="9780073" cy="2133773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06524DF4-A314-468B-B3DC-E9EA959F6CC2}"/>
                </a:ext>
              </a:extLst>
            </p:cNvPr>
            <p:cNvGrpSpPr/>
            <p:nvPr/>
          </p:nvGrpSpPr>
          <p:grpSpPr>
            <a:xfrm>
              <a:off x="1187531" y="2329527"/>
              <a:ext cx="9724408" cy="1764441"/>
              <a:chOff x="908460" y="1481718"/>
              <a:chExt cx="9724408" cy="1764441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939A7BE1-95D3-4DA5-B8C5-B0122A60C0DA}"/>
                  </a:ext>
                </a:extLst>
              </p:cNvPr>
              <p:cNvGrpSpPr/>
              <p:nvPr/>
            </p:nvGrpSpPr>
            <p:grpSpPr>
              <a:xfrm>
                <a:off x="1000990" y="1584826"/>
                <a:ext cx="9532422" cy="1542152"/>
                <a:chOff x="998019" y="1548093"/>
                <a:chExt cx="9532422" cy="1542152"/>
              </a:xfrm>
            </p:grpSpPr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D02AD37C-80DA-4978-817D-089908DA2366}"/>
                    </a:ext>
                  </a:extLst>
                </p:cNvPr>
                <p:cNvSpPr/>
                <p:nvPr/>
              </p:nvSpPr>
              <p:spPr>
                <a:xfrm>
                  <a:off x="998019" y="2078061"/>
                  <a:ext cx="2264725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填写类名等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内部基础元信息</a:t>
                  </a:r>
                </a:p>
              </p:txBody>
            </p:sp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1B37CC6-5FF7-473D-A6CB-5C18CD8E7B24}"/>
                    </a:ext>
                  </a:extLst>
                </p:cNvPr>
                <p:cNvSpPr/>
                <p:nvPr/>
              </p:nvSpPr>
              <p:spPr>
                <a:xfrm>
                  <a:off x="3684833" y="2072002"/>
                  <a:ext cx="1958932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创建并挂载类属性字典到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实体</a:t>
                  </a:r>
                </a:p>
              </p:txBody>
            </p:sp>
            <p:sp>
              <p:nvSpPr>
                <p:cNvPr id="10" name="流程图: 决策 9">
                  <a:extLst>
                    <a:ext uri="{FF2B5EF4-FFF2-40B4-BE49-F238E27FC236}">
                      <a16:creationId xmlns:a16="http://schemas.microsoft.com/office/drawing/2014/main" id="{EED8D461-948D-4C6C-A144-7566C78653F8}"/>
                    </a:ext>
                  </a:extLst>
                </p:cNvPr>
                <p:cNvSpPr/>
                <p:nvPr/>
              </p:nvSpPr>
              <p:spPr>
                <a:xfrm>
                  <a:off x="6065854" y="1712154"/>
                  <a:ext cx="2033158" cy="1309998"/>
                </a:xfrm>
                <a:prstGeom prst="flowChartDecision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用户显式声明基类列表</a:t>
                  </a:r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8350CEC5-77B7-415B-A4A3-8E0920325A67}"/>
                    </a:ext>
                  </a:extLst>
                </p:cNvPr>
                <p:cNvSpPr/>
                <p:nvPr/>
              </p:nvSpPr>
              <p:spPr>
                <a:xfrm>
                  <a:off x="8537357" y="1548093"/>
                  <a:ext cx="1993084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记录用户声明的基类列表到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实体</a:t>
                  </a:r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A676A40-25C8-4E5E-8965-278783B10030}"/>
                    </a:ext>
                  </a:extLst>
                </p:cNvPr>
                <p:cNvSpPr/>
                <p:nvPr/>
              </p:nvSpPr>
              <p:spPr>
                <a:xfrm>
                  <a:off x="8537357" y="2499942"/>
                  <a:ext cx="1993084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采用内建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类型作为默认基类</a:t>
                  </a: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D69192C8-2ABE-4875-AC0A-E9786C8A3E07}"/>
                    </a:ext>
                  </a:extLst>
                </p:cNvPr>
                <p:cNvCxnSpPr>
                  <a:cxnSpLocks/>
                  <a:stCxn id="8" idx="3"/>
                  <a:endCxn id="9" idx="1"/>
                </p:cNvCxnSpPr>
                <p:nvPr/>
              </p:nvCxnSpPr>
              <p:spPr>
                <a:xfrm flipV="1">
                  <a:off x="3262744" y="2367154"/>
                  <a:ext cx="422089" cy="6059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直接箭头连接符 22">
                  <a:extLst>
                    <a:ext uri="{FF2B5EF4-FFF2-40B4-BE49-F238E27FC236}">
                      <a16:creationId xmlns:a16="http://schemas.microsoft.com/office/drawing/2014/main" id="{C0DEB1D0-3669-4EF3-8074-6FB870D64C31}"/>
                    </a:ext>
                  </a:extLst>
                </p:cNvPr>
                <p:cNvCxnSpPr>
                  <a:cxnSpLocks/>
                  <a:stCxn id="9" idx="3"/>
                  <a:endCxn id="10" idx="1"/>
                </p:cNvCxnSpPr>
                <p:nvPr/>
              </p:nvCxnSpPr>
              <p:spPr>
                <a:xfrm flipV="1">
                  <a:off x="5643765" y="2367153"/>
                  <a:ext cx="422089" cy="1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E38BD569-465A-49A2-AFC5-698FF9D1FBA3}"/>
                  </a:ext>
                </a:extLst>
              </p:cNvPr>
              <p:cNvSpPr/>
              <p:nvPr/>
            </p:nvSpPr>
            <p:spPr>
              <a:xfrm>
                <a:off x="908460" y="1481718"/>
                <a:ext cx="9724408" cy="176444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D1F7643A-5017-4094-A27B-8F0DF8172489}"/>
                </a:ext>
              </a:extLst>
            </p:cNvPr>
            <p:cNvSpPr txBox="1"/>
            <p:nvPr/>
          </p:nvSpPr>
          <p:spPr>
            <a:xfrm>
              <a:off x="1131866" y="1960195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阶段 </a:t>
              </a:r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2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1131617" y="435587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290526" y="272950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290526" y="3541031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2864920" y="465578"/>
            <a:ext cx="8798135" cy="5968708"/>
            <a:chOff x="2864920" y="465578"/>
            <a:chExt cx="8798135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2864920" y="5709060"/>
              <a:ext cx="2303813" cy="72522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cxnSpLocks/>
              <a:stCxn id="6" idx="0"/>
              <a:endCxn id="7" idx="2"/>
            </p:cNvCxnSpPr>
            <p:nvPr/>
          </p:nvCxnSpPr>
          <p:spPr>
            <a:xfrm flipV="1">
              <a:off x="4016827" y="5241478"/>
              <a:ext cx="2" cy="4675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3632780" y="2360743"/>
            <a:ext cx="39276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57656"/>
            <a:chOff x="296934" y="371210"/>
            <a:chExt cx="10598676" cy="1357656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947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281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90166" y="6457890"/>
            <a:ext cx="3603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73061"/>
            <a:chOff x="296934" y="3486440"/>
            <a:chExt cx="10598676" cy="2973061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947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281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6471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转发指针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转发指针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2806993" y="2862299"/>
            <a:ext cx="5469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u="sng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u="sng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u="sng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转发指针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3185873" y="6222975"/>
            <a:ext cx="4818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57656"/>
            <a:chOff x="296934" y="371210"/>
            <a:chExt cx="10598676" cy="1357656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947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281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3524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048458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cxnSpLocks/>
            <a:stCxn id="33" idx="3"/>
            <a:endCxn id="40" idx="0"/>
          </p:cNvCxnSpPr>
          <p:nvPr/>
        </p:nvCxnSpPr>
        <p:spPr>
          <a:xfrm>
            <a:off x="9547759" y="3098783"/>
            <a:ext cx="192994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cxnSpLocks/>
            <a:stCxn id="33" idx="1"/>
            <a:endCxn id="39" idx="0"/>
          </p:cNvCxnSpPr>
          <p:nvPr/>
        </p:nvCxnSpPr>
        <p:spPr>
          <a:xfrm rot="10800000" flipV="1">
            <a:off x="7260419" y="3098782"/>
            <a:ext cx="282637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cxnSpLocks/>
            <a:stCxn id="39" idx="2"/>
            <a:endCxn id="52" idx="2"/>
          </p:cNvCxnSpPr>
          <p:nvPr/>
        </p:nvCxnSpPr>
        <p:spPr>
          <a:xfrm rot="16200000" flipH="1">
            <a:off x="7655107" y="4488352"/>
            <a:ext cx="328246" cy="1117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cxnSpLocks/>
            <a:stCxn id="40" idx="2"/>
            <a:endCxn id="52" idx="6"/>
          </p:cNvCxnSpPr>
          <p:nvPr/>
        </p:nvCxnSpPr>
        <p:spPr>
          <a:xfrm rot="5400000">
            <a:off x="9067467" y="4538000"/>
            <a:ext cx="328247" cy="101832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C0643F0C-BC45-4B1E-89A3-EE4F02483736}"/>
              </a:ext>
            </a:extLst>
          </p:cNvPr>
          <p:cNvCxnSpPr>
            <a:stCxn id="52" idx="4"/>
            <a:endCxn id="5" idx="0"/>
          </p:cNvCxnSpPr>
          <p:nvPr/>
        </p:nvCxnSpPr>
        <p:spPr>
          <a:xfrm rot="5400000" flipH="1">
            <a:off x="4414406" y="1247652"/>
            <a:ext cx="2312223" cy="5959433"/>
          </a:xfrm>
          <a:prstGeom prst="bentConnector5">
            <a:avLst>
              <a:gd name="adj1" fmla="val -3981"/>
              <a:gd name="adj2" fmla="val -39356"/>
              <a:gd name="adj3" fmla="val 1794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818712" y="2049978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4526780" y="2049978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6189326" y="1755692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764909" y="110517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54687" y="2410691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17233" y="2410691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 flipH="1">
            <a:off x="5154568" y="1012582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4841537" y="1622747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7612879" y="140605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6390711" y="3605775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6390711" y="4867286"/>
            <a:ext cx="244433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4560120" y="4674926"/>
            <a:ext cx="1503905" cy="1258352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命中异常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2233796" y="3993653"/>
            <a:ext cx="223524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2233797" y="5740119"/>
            <a:ext cx="2235246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1771399" y="5131910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4759249" y="6200818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165E2D1-3D30-4E9E-9FF5-9643F0D80213}"/>
              </a:ext>
            </a:extLst>
          </p:cNvPr>
          <p:cNvCxnSpPr>
            <a:stCxn id="7" idx="1"/>
            <a:endCxn id="4" idx="0"/>
          </p:cNvCxnSpPr>
          <p:nvPr/>
        </p:nvCxnSpPr>
        <p:spPr>
          <a:xfrm rot="10800000" flipV="1">
            <a:off x="3486701" y="471230"/>
            <a:ext cx="1278209" cy="157874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4384996-C5F8-4781-A56A-7044177AC539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 flipH="1">
            <a:off x="7612880" y="3065690"/>
            <a:ext cx="1" cy="5400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BB432D98-14C9-4F78-ADC0-CCC84867F021}"/>
              </a:ext>
            </a:extLst>
          </p:cNvPr>
          <p:cNvCxnSpPr>
            <a:cxnSpLocks/>
            <a:stCxn id="39" idx="1"/>
            <a:endCxn id="52" idx="0"/>
          </p:cNvCxnSpPr>
          <p:nvPr/>
        </p:nvCxnSpPr>
        <p:spPr>
          <a:xfrm rot="10800000" flipV="1">
            <a:off x="1943592" y="4430470"/>
            <a:ext cx="290205" cy="70144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1A06B568-506A-434E-AAA6-FD7FEDC1E9D9}"/>
              </a:ext>
            </a:extLst>
          </p:cNvPr>
          <p:cNvCxnSpPr>
            <a:cxnSpLocks/>
            <a:stCxn id="40" idx="1"/>
            <a:endCxn id="52" idx="4"/>
          </p:cNvCxnSpPr>
          <p:nvPr/>
        </p:nvCxnSpPr>
        <p:spPr>
          <a:xfrm rot="10800000">
            <a:off x="1943591" y="5476294"/>
            <a:ext cx="290206" cy="70064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418CD52-17F0-4F07-90A1-4A18AE84151D}"/>
              </a:ext>
            </a:extLst>
          </p:cNvPr>
          <p:cNvCxnSpPr>
            <a:stCxn id="52" idx="2"/>
            <a:endCxn id="5" idx="2"/>
          </p:cNvCxnSpPr>
          <p:nvPr/>
        </p:nvCxnSpPr>
        <p:spPr>
          <a:xfrm rot="10800000" flipH="1">
            <a:off x="1771399" y="2771404"/>
            <a:ext cx="3400608" cy="2532698"/>
          </a:xfrm>
          <a:prstGeom prst="bentConnector4">
            <a:avLst>
              <a:gd name="adj1" fmla="val -6024"/>
              <a:gd name="adj2" fmla="val 6230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292D2111-B228-4C76-B34A-E27C12FEAB7D}"/>
              </a:ext>
            </a:extLst>
          </p:cNvPr>
          <p:cNvCxnSpPr>
            <a:cxnSpLocks/>
            <a:stCxn id="6" idx="0"/>
            <a:endCxn id="7" idx="3"/>
          </p:cNvCxnSpPr>
          <p:nvPr/>
        </p:nvCxnSpPr>
        <p:spPr>
          <a:xfrm rot="16200000" flipV="1">
            <a:off x="6331178" y="473989"/>
            <a:ext cx="1284462" cy="12789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96A58C6D-74E1-4237-881B-BC8E2C68D358}"/>
              </a:ext>
            </a:extLst>
          </p:cNvPr>
          <p:cNvCxnSpPr>
            <a:stCxn id="24" idx="2"/>
            <a:endCxn id="30" idx="0"/>
          </p:cNvCxnSpPr>
          <p:nvPr/>
        </p:nvCxnSpPr>
        <p:spPr>
          <a:xfrm>
            <a:off x="7612880" y="4327201"/>
            <a:ext cx="0" cy="5400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A83707FF-F101-4FF8-AFDE-CE0D416D8676}"/>
              </a:ext>
            </a:extLst>
          </p:cNvPr>
          <p:cNvCxnSpPr>
            <a:stCxn id="30" idx="1"/>
            <a:endCxn id="33" idx="3"/>
          </p:cNvCxnSpPr>
          <p:nvPr/>
        </p:nvCxnSpPr>
        <p:spPr>
          <a:xfrm flipH="1" flipV="1">
            <a:off x="6064025" y="5304102"/>
            <a:ext cx="326686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5DF119A0-550A-4646-91E9-BC1E7116C5BE}"/>
              </a:ext>
            </a:extLst>
          </p:cNvPr>
          <p:cNvCxnSpPr>
            <a:cxnSpLocks/>
            <a:stCxn id="33" idx="0"/>
            <a:endCxn id="39" idx="3"/>
          </p:cNvCxnSpPr>
          <p:nvPr/>
        </p:nvCxnSpPr>
        <p:spPr>
          <a:xfrm rot="16200000" flipV="1">
            <a:off x="4768330" y="4131183"/>
            <a:ext cx="244456" cy="84303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连接符: 肘形 81">
            <a:extLst>
              <a:ext uri="{FF2B5EF4-FFF2-40B4-BE49-F238E27FC236}">
                <a16:creationId xmlns:a16="http://schemas.microsoft.com/office/drawing/2014/main" id="{53DCFBF0-A792-44EC-A186-2D030843EDAC}"/>
              </a:ext>
            </a:extLst>
          </p:cNvPr>
          <p:cNvCxnSpPr>
            <a:cxnSpLocks/>
            <a:stCxn id="33" idx="2"/>
            <a:endCxn id="40" idx="3"/>
          </p:cNvCxnSpPr>
          <p:nvPr/>
        </p:nvCxnSpPr>
        <p:spPr>
          <a:xfrm rot="5400000">
            <a:off x="4768729" y="5633592"/>
            <a:ext cx="243658" cy="84303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51576C83-8706-4A3B-BF11-34754CA4AD12}"/>
              </a:ext>
            </a:extLst>
          </p:cNvPr>
          <p:cNvSpPr txBox="1"/>
          <p:nvPr/>
        </p:nvSpPr>
        <p:spPr>
          <a:xfrm>
            <a:off x="4813658" y="4081678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5B57A2A-6B5F-4F45-A6B2-45D072A2C75D}"/>
              </a:ext>
            </a:extLst>
          </p:cNvPr>
          <p:cNvSpPr txBox="1"/>
          <p:nvPr/>
        </p:nvSpPr>
        <p:spPr>
          <a:xfrm>
            <a:off x="7612879" y="3065690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415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8FFC391-859B-4500-8598-B17E9DF5C8E3}"/>
              </a:ext>
            </a:extLst>
          </p:cNvPr>
          <p:cNvSpPr/>
          <p:nvPr/>
        </p:nvSpPr>
        <p:spPr>
          <a:xfrm>
            <a:off x="3786249" y="1033153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面向宿主公开稳定抽象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</a:p>
          <a:p>
            <a:pPr algn="ctr"/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Isolate / Context / Script / Value / Function / TryCatch</a:t>
            </a:r>
            <a:endParaRPr lang="zh-CN" altLang="en-US" sz="1600" b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B8E369-08F9-4E9D-B3C1-E828393130F4}"/>
              </a:ext>
            </a:extLst>
          </p:cNvPr>
          <p:cNvSpPr/>
          <p:nvPr/>
        </p:nvSpPr>
        <p:spPr>
          <a:xfrm>
            <a:off x="3786249" y="2141517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桥接层（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API Bridge</a:t>
            </a:r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把公开接口抽象转换为 </a:t>
            </a:r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内部可理解的表示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B33866-C481-44AB-A97A-195F140303C1}"/>
              </a:ext>
            </a:extLst>
          </p:cNvPr>
          <p:cNvSpPr/>
          <p:nvPr/>
        </p:nvSpPr>
        <p:spPr>
          <a:xfrm>
            <a:off x="3786249" y="3249881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</a:t>
            </a:r>
            <a:r>
              <a: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内核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D2F5DF1-AF45-4804-943D-0BFD2A0CBE3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1816925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811CD8A-5028-46AA-B285-044862774606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925289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右中括号 10">
            <a:extLst>
              <a:ext uri="{FF2B5EF4-FFF2-40B4-BE49-F238E27FC236}">
                <a16:creationId xmlns:a16="http://schemas.microsoft.com/office/drawing/2014/main" id="{396EE085-64E5-45F4-9A09-B6025013ADF7}"/>
              </a:ext>
            </a:extLst>
          </p:cNvPr>
          <p:cNvSpPr/>
          <p:nvPr/>
        </p:nvSpPr>
        <p:spPr>
          <a:xfrm>
            <a:off x="8651173" y="1246702"/>
            <a:ext cx="79347" cy="1499467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A7B51C-3199-403C-AF6F-93961974B7E9}"/>
              </a:ext>
            </a:extLst>
          </p:cNvPr>
          <p:cNvSpPr txBox="1"/>
          <p:nvPr/>
        </p:nvSpPr>
        <p:spPr>
          <a:xfrm>
            <a:off x="8730520" y="1816925"/>
            <a:ext cx="134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嵌入接口层</a:t>
            </a:r>
          </a:p>
        </p:txBody>
      </p:sp>
    </p:spTree>
    <p:extLst>
      <p:ext uri="{BB962C8B-B14F-4D97-AF65-F5344CB8AC3E}">
        <p14:creationId xmlns:p14="http://schemas.microsoft.com/office/powerpoint/2010/main" val="32949870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373592" y="696630"/>
            <a:ext cx="2559134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700890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403516" y="3583382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stCxn id="8" idx="3"/>
            <a:endCxn id="52" idx="2"/>
          </p:cNvCxnSpPr>
          <p:nvPr/>
        </p:nvCxnSpPr>
        <p:spPr>
          <a:xfrm flipV="1">
            <a:off x="10423640" y="4470377"/>
            <a:ext cx="244481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H="1" flipV="1">
            <a:off x="10653159" y="2914013"/>
            <a:ext cx="14962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BC937CA7-71C7-402C-B1DA-C79B0EF08EEB}"/>
              </a:ext>
            </a:extLst>
          </p:cNvPr>
          <p:cNvSpPr/>
          <p:nvPr/>
        </p:nvSpPr>
        <p:spPr>
          <a:xfrm>
            <a:off x="724641" y="1856019"/>
            <a:ext cx="1935678" cy="7243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模块导入门面</a:t>
            </a:r>
          </a:p>
        </p:txBody>
      </p:sp>
      <p:sp>
        <p:nvSpPr>
          <p:cNvPr id="91" name="流程图: 磁盘 90">
            <a:extLst>
              <a:ext uri="{FF2B5EF4-FFF2-40B4-BE49-F238E27FC236}">
                <a16:creationId xmlns:a16="http://schemas.microsoft.com/office/drawing/2014/main" id="{E10682ED-4DE8-4E16-8C2E-08E60E3A0956}"/>
              </a:ext>
            </a:extLst>
          </p:cNvPr>
          <p:cNvSpPr/>
          <p:nvPr/>
        </p:nvSpPr>
        <p:spPr>
          <a:xfrm>
            <a:off x="259274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模块缓存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流程图: 磁盘 91">
            <a:extLst>
              <a:ext uri="{FF2B5EF4-FFF2-40B4-BE49-F238E27FC236}">
                <a16:creationId xmlns:a16="http://schemas.microsoft.com/office/drawing/2014/main" id="{EBC81AE2-6B7E-4BE9-A87D-38EE7DE79AC9}"/>
              </a:ext>
            </a:extLst>
          </p:cNvPr>
          <p:cNvSpPr/>
          <p:nvPr/>
        </p:nvSpPr>
        <p:spPr>
          <a:xfrm>
            <a:off x="1777780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预设模块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查找路径集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EAAE6681-12B7-4A5C-9867-8802F9637007}"/>
              </a:ext>
            </a:extLst>
          </p:cNvPr>
          <p:cNvCxnSpPr>
            <a:endCxn id="91" idx="1"/>
          </p:cNvCxnSpPr>
          <p:nvPr/>
        </p:nvCxnSpPr>
        <p:spPr>
          <a:xfrm rot="5400000">
            <a:off x="796667" y="2655154"/>
            <a:ext cx="554671" cy="405191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70509AC5-74F5-43BA-81E2-BF2ADB313EFA}"/>
              </a:ext>
            </a:extLst>
          </p:cNvPr>
          <p:cNvCxnSpPr>
            <a:endCxn id="92" idx="1"/>
          </p:cNvCxnSpPr>
          <p:nvPr/>
        </p:nvCxnSpPr>
        <p:spPr>
          <a:xfrm rot="16200000" flipH="1">
            <a:off x="1921086" y="2666258"/>
            <a:ext cx="554671" cy="38298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椭圆 96">
            <a:extLst>
              <a:ext uri="{FF2B5EF4-FFF2-40B4-BE49-F238E27FC236}">
                <a16:creationId xmlns:a16="http://schemas.microsoft.com/office/drawing/2014/main" id="{06A4A422-C96C-4085-9B3C-DDB254052E6B}"/>
              </a:ext>
            </a:extLst>
          </p:cNvPr>
          <p:cNvSpPr/>
          <p:nvPr/>
        </p:nvSpPr>
        <p:spPr>
          <a:xfrm>
            <a:off x="1214856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04B07519-6BB4-4550-A16F-6E29878FCFAB}"/>
              </a:ext>
            </a:extLst>
          </p:cNvPr>
          <p:cNvSpPr/>
          <p:nvPr/>
        </p:nvSpPr>
        <p:spPr>
          <a:xfrm>
            <a:off x="1938647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B37F8D0-F2BC-4E2A-BE38-76CD57067338}"/>
              </a:ext>
            </a:extLst>
          </p:cNvPr>
          <p:cNvSpPr txBox="1"/>
          <p:nvPr/>
        </p:nvSpPr>
        <p:spPr>
          <a:xfrm>
            <a:off x="353248" y="267337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622FEDF-8F5A-46F6-8487-8E78BE86E07A}"/>
              </a:ext>
            </a:extLst>
          </p:cNvPr>
          <p:cNvSpPr txBox="1"/>
          <p:nvPr/>
        </p:nvSpPr>
        <p:spPr>
          <a:xfrm>
            <a:off x="2295718" y="2648696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</p:spTree>
    <p:extLst>
      <p:ext uri="{BB962C8B-B14F-4D97-AF65-F5344CB8AC3E}">
        <p14:creationId xmlns:p14="http://schemas.microsoft.com/office/powerpoint/2010/main" val="2956412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591308" y="696630"/>
            <a:ext cx="2123702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918606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591308" y="3583382"/>
            <a:ext cx="2123702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cxnSpLocks/>
            <a:stCxn id="8" idx="3"/>
            <a:endCxn id="52" idx="2"/>
          </p:cNvCxnSpPr>
          <p:nvPr/>
        </p:nvCxnSpPr>
        <p:spPr>
          <a:xfrm flipV="1">
            <a:off x="10423640" y="4470377"/>
            <a:ext cx="229519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V="1">
            <a:off x="10653159" y="2914013"/>
            <a:ext cx="0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5B64BE8F-D7FA-48C2-B261-82A18BCE59F8}"/>
              </a:ext>
            </a:extLst>
          </p:cNvPr>
          <p:cNvSpPr/>
          <p:nvPr/>
        </p:nvSpPr>
        <p:spPr>
          <a:xfrm>
            <a:off x="4040079" y="5429983"/>
            <a:ext cx="1935678" cy="104884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BA753E-0021-46E8-A0DA-3069FD6FC9A8}"/>
              </a:ext>
            </a:extLst>
          </p:cNvPr>
          <p:cNvSpPr txBox="1"/>
          <p:nvPr/>
        </p:nvSpPr>
        <p:spPr>
          <a:xfrm>
            <a:off x="4176253" y="5439522"/>
            <a:ext cx="16562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zh-CN" altLang="en-US" sz="1600" dirty="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027FFDB-D685-4241-832A-E40D2EF5D5F6}"/>
              </a:ext>
            </a:extLst>
          </p:cNvPr>
          <p:cNvCxnSpPr/>
          <p:nvPr/>
        </p:nvCxnSpPr>
        <p:spPr>
          <a:xfrm>
            <a:off x="4040079" y="5778076"/>
            <a:ext cx="193567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32D15F3-5320-4109-9610-FEEF5F3F8A1B}"/>
              </a:ext>
            </a:extLst>
          </p:cNvPr>
          <p:cNvCxnSpPr/>
          <p:nvPr/>
        </p:nvCxnSpPr>
        <p:spPr>
          <a:xfrm>
            <a:off x="4040079" y="6120481"/>
            <a:ext cx="193567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28821EF-2399-47B5-AC60-4AFF1AA05316}"/>
              </a:ext>
            </a:extLst>
          </p:cNvPr>
          <p:cNvSpPr txBox="1"/>
          <p:nvPr/>
        </p:nvSpPr>
        <p:spPr>
          <a:xfrm>
            <a:off x="4389452" y="5776357"/>
            <a:ext cx="1229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ys.modules</a:t>
            </a:r>
            <a:endParaRPr lang="zh-CN" altLang="en-US" sz="16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2708D84-9277-472E-AA3A-4F0B99D951CA}"/>
              </a:ext>
            </a:extLst>
          </p:cNvPr>
          <p:cNvSpPr txBox="1"/>
          <p:nvPr/>
        </p:nvSpPr>
        <p:spPr>
          <a:xfrm>
            <a:off x="4577804" y="6140272"/>
            <a:ext cx="853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ys.path</a:t>
            </a:r>
            <a:endParaRPr lang="zh-CN" altLang="en-US" sz="1600" dirty="0"/>
          </a:p>
        </p:txBody>
      </p: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FD1F1E1E-1CB8-49BE-80D0-AF1E34E70098}"/>
              </a:ext>
            </a:extLst>
          </p:cNvPr>
          <p:cNvCxnSpPr/>
          <p:nvPr/>
        </p:nvCxnSpPr>
        <p:spPr>
          <a:xfrm rot="5400000" flipH="1" flipV="1">
            <a:off x="5495051" y="4948787"/>
            <a:ext cx="1813966" cy="852555"/>
          </a:xfrm>
          <a:prstGeom prst="bentConnector3">
            <a:avLst>
              <a:gd name="adj1" fmla="val -1391"/>
            </a:avLst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FC8462BA-FEA6-4788-B08B-A5D72D44E701}"/>
              </a:ext>
            </a:extLst>
          </p:cNvPr>
          <p:cNvSpPr/>
          <p:nvPr/>
        </p:nvSpPr>
        <p:spPr>
          <a:xfrm>
            <a:off x="5907475" y="623220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0583732-3D01-4DF9-AF48-2C27E1DA8BFF}"/>
              </a:ext>
            </a:extLst>
          </p:cNvPr>
          <p:cNvSpPr/>
          <p:nvPr/>
        </p:nvSpPr>
        <p:spPr>
          <a:xfrm>
            <a:off x="3962192" y="588245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92686AAE-39B5-4EA8-86BF-0F96577528B4}"/>
              </a:ext>
            </a:extLst>
          </p:cNvPr>
          <p:cNvCxnSpPr>
            <a:stCxn id="38" idx="1"/>
            <a:endCxn id="9" idx="1"/>
          </p:cNvCxnSpPr>
          <p:nvPr/>
        </p:nvCxnSpPr>
        <p:spPr>
          <a:xfrm rot="10800000">
            <a:off x="3489367" y="968087"/>
            <a:ext cx="550712" cy="4986318"/>
          </a:xfrm>
          <a:prstGeom prst="bentConnector3">
            <a:avLst>
              <a:gd name="adj1" fmla="val 169543"/>
            </a:avLst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286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2304</TotalTime>
  <Words>1746</Words>
  <Application>Microsoft Office PowerPoint</Application>
  <PresentationFormat>宽屏</PresentationFormat>
  <Paragraphs>446</Paragraphs>
  <Slides>19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585</cp:revision>
  <dcterms:created xsi:type="dcterms:W3CDTF">2026-04-25T11:47:52Z</dcterms:created>
  <dcterms:modified xsi:type="dcterms:W3CDTF">2026-05-03T09:37:20Z</dcterms:modified>
</cp:coreProperties>
</file>